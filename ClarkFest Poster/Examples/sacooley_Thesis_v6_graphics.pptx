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60" r:id="rId2"/>
  </p:sldMasterIdLst>
  <p:notesMasterIdLst>
    <p:notesMasterId r:id="rId4"/>
  </p:notesMasterIdLst>
  <p:handoutMasterIdLst>
    <p:handoutMasterId r:id="rId5"/>
  </p:handoutMasterIdLst>
  <p:sldIdLst>
    <p:sldId id="258" r:id="rId3"/>
  </p:sldIdLst>
  <p:sldSz cx="43891200" cy="32918400"/>
  <p:notesSz cx="6858000" cy="9144000"/>
  <p:defaultTextStyle>
    <a:defPPr>
      <a:defRPr lang="en-US"/>
    </a:defPPr>
    <a:lvl1pPr marL="0" algn="l" defTabSz="3686861" rtl="0" eaLnBrk="1" latinLnBrk="0" hangingPunct="1">
      <a:defRPr sz="7258" kern="1200">
        <a:solidFill>
          <a:schemeClr val="tx1"/>
        </a:solidFill>
        <a:latin typeface="+mn-lt"/>
        <a:ea typeface="+mn-ea"/>
        <a:cs typeface="+mn-cs"/>
      </a:defRPr>
    </a:lvl1pPr>
    <a:lvl2pPr marL="1843430" algn="l" defTabSz="3686861" rtl="0" eaLnBrk="1" latinLnBrk="0" hangingPunct="1">
      <a:defRPr sz="7258" kern="1200">
        <a:solidFill>
          <a:schemeClr val="tx1"/>
        </a:solidFill>
        <a:latin typeface="+mn-lt"/>
        <a:ea typeface="+mn-ea"/>
        <a:cs typeface="+mn-cs"/>
      </a:defRPr>
    </a:lvl2pPr>
    <a:lvl3pPr marL="3686861" algn="l" defTabSz="3686861" rtl="0" eaLnBrk="1" latinLnBrk="0" hangingPunct="1">
      <a:defRPr sz="7258" kern="1200">
        <a:solidFill>
          <a:schemeClr val="tx1"/>
        </a:solidFill>
        <a:latin typeface="+mn-lt"/>
        <a:ea typeface="+mn-ea"/>
        <a:cs typeface="+mn-cs"/>
      </a:defRPr>
    </a:lvl3pPr>
    <a:lvl4pPr marL="5530291" algn="l" defTabSz="3686861" rtl="0" eaLnBrk="1" latinLnBrk="0" hangingPunct="1">
      <a:defRPr sz="7258" kern="1200">
        <a:solidFill>
          <a:schemeClr val="tx1"/>
        </a:solidFill>
        <a:latin typeface="+mn-lt"/>
        <a:ea typeface="+mn-ea"/>
        <a:cs typeface="+mn-cs"/>
      </a:defRPr>
    </a:lvl4pPr>
    <a:lvl5pPr marL="7373722" algn="l" defTabSz="3686861" rtl="0" eaLnBrk="1" latinLnBrk="0" hangingPunct="1">
      <a:defRPr sz="7258" kern="1200">
        <a:solidFill>
          <a:schemeClr val="tx1"/>
        </a:solidFill>
        <a:latin typeface="+mn-lt"/>
        <a:ea typeface="+mn-ea"/>
        <a:cs typeface="+mn-cs"/>
      </a:defRPr>
    </a:lvl5pPr>
    <a:lvl6pPr marL="9217152" algn="l" defTabSz="3686861" rtl="0" eaLnBrk="1" latinLnBrk="0" hangingPunct="1">
      <a:defRPr sz="7258" kern="1200">
        <a:solidFill>
          <a:schemeClr val="tx1"/>
        </a:solidFill>
        <a:latin typeface="+mn-lt"/>
        <a:ea typeface="+mn-ea"/>
        <a:cs typeface="+mn-cs"/>
      </a:defRPr>
    </a:lvl6pPr>
    <a:lvl7pPr marL="11060582" algn="l" defTabSz="3686861" rtl="0" eaLnBrk="1" latinLnBrk="0" hangingPunct="1">
      <a:defRPr sz="7258" kern="1200">
        <a:solidFill>
          <a:schemeClr val="tx1"/>
        </a:solidFill>
        <a:latin typeface="+mn-lt"/>
        <a:ea typeface="+mn-ea"/>
        <a:cs typeface="+mn-cs"/>
      </a:defRPr>
    </a:lvl7pPr>
    <a:lvl8pPr marL="12904013" algn="l" defTabSz="3686861" rtl="0" eaLnBrk="1" latinLnBrk="0" hangingPunct="1">
      <a:defRPr sz="7258" kern="1200">
        <a:solidFill>
          <a:schemeClr val="tx1"/>
        </a:solidFill>
        <a:latin typeface="+mn-lt"/>
        <a:ea typeface="+mn-ea"/>
        <a:cs typeface="+mn-cs"/>
      </a:defRPr>
    </a:lvl8pPr>
    <a:lvl9pPr marL="14747443" algn="l" defTabSz="3686861" rtl="0" eaLnBrk="1" latinLnBrk="0" hangingPunct="1">
      <a:defRPr sz="7258"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E6E6"/>
    <a:srgbClr val="D2D2D2"/>
    <a:srgbClr val="FAFAFA"/>
    <a:srgbClr val="EBEBEB"/>
    <a:srgbClr val="646464"/>
    <a:srgbClr val="0A33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285" autoAdjust="0"/>
    <p:restoredTop sz="94660"/>
  </p:normalViewPr>
  <p:slideViewPr>
    <p:cSldViewPr snapToGrid="0">
      <p:cViewPr>
        <p:scale>
          <a:sx n="20" d="100"/>
          <a:sy n="20" d="100"/>
        </p:scale>
        <p:origin x="12" y="-1224"/>
      </p:cViewPr>
      <p:guideLst/>
    </p:cSldViewPr>
  </p:slideViewPr>
  <p:notesTextViewPr>
    <p:cViewPr>
      <p:scale>
        <a:sx n="1" d="1"/>
        <a:sy n="1" d="1"/>
      </p:scale>
      <p:origin x="0" y="0"/>
    </p:cViewPr>
  </p:notesTextViewPr>
  <p:notesViewPr>
    <p:cSldViewPr snapToGrid="0" showGuides="1">
      <p:cViewPr varScale="1">
        <p:scale>
          <a:sx n="65" d="100"/>
          <a:sy n="65" d="100"/>
        </p:scale>
        <p:origin x="2796" y="6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viewProps" Target="viewProps.xml"/><Relationship Id="rId2" Type="http://schemas.openxmlformats.org/officeDocument/2006/relationships/slideMaster" Target="slideMasters/slideMaster1.xml"/><Relationship Id="rId1" Type="http://schemas.openxmlformats.org/officeDocument/2006/relationships/customXml" Target="../customXml/item1.xml"/><Relationship Id="rId6" Type="http://schemas.openxmlformats.org/officeDocument/2006/relationships/presProps" Target="presProps.xml"/><Relationship Id="rId5" Type="http://schemas.openxmlformats.org/officeDocument/2006/relationships/handoutMaster" Target="handoutMasters/handoutMaster1.xml"/><Relationship Id="rId4" Type="http://schemas.openxmlformats.org/officeDocument/2006/relationships/notesMaster" Target="notesMasters/notesMaster1.xml"/><Relationship Id="rId9"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1C0B079-A316-4C9B-B165-DF9EA8325D2C}" type="datetimeFigureOut">
              <a:rPr lang="en-US" smtClean="0"/>
              <a:t>4/27/2016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BA0EAE6-B4B6-49B7-9049-B371250BE0F4}" type="slidenum">
              <a:rPr lang="en-US" smtClean="0"/>
              <a:t>‹#›</a:t>
            </a:fld>
            <a:endParaRPr lang="en-US"/>
          </a:p>
        </p:txBody>
      </p:sp>
    </p:spTree>
    <p:extLst>
      <p:ext uri="{BB962C8B-B14F-4D97-AF65-F5344CB8AC3E}">
        <p14:creationId xmlns:p14="http://schemas.microsoft.com/office/powerpoint/2010/main" val="14724663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F28AB8-57D1-494F-9851-055AD867E790}" type="datetimeFigureOut">
              <a:rPr lang="en-US" smtClean="0"/>
              <a:t>4/27/2016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C7F044-5458-4B2E-BFA0-52AAA1C529D4}" type="slidenum">
              <a:rPr lang="en-US" smtClean="0"/>
              <a:t>‹#›</a:t>
            </a:fld>
            <a:endParaRPr lang="en-US"/>
          </a:p>
        </p:txBody>
      </p:sp>
    </p:spTree>
    <p:extLst>
      <p:ext uri="{BB962C8B-B14F-4D97-AF65-F5344CB8AC3E}">
        <p14:creationId xmlns:p14="http://schemas.microsoft.com/office/powerpoint/2010/main" val="16248086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oster">
    <p:spTree>
      <p:nvGrpSpPr>
        <p:cNvPr id="1" name=""/>
        <p:cNvGrpSpPr/>
        <p:nvPr/>
      </p:nvGrpSpPr>
      <p:grpSpPr>
        <a:xfrm>
          <a:off x="0" y="0"/>
          <a:ext cx="0" cy="0"/>
          <a:chOff x="0" y="0"/>
          <a:chExt cx="0" cy="0"/>
        </a:xfrm>
      </p:grpSpPr>
      <p:sp>
        <p:nvSpPr>
          <p:cNvPr id="2" name="Title 1"/>
          <p:cNvSpPr>
            <a:spLocks noGrp="1"/>
          </p:cNvSpPr>
          <p:nvPr>
            <p:ph type="title"/>
          </p:nvPr>
        </p:nvSpPr>
        <p:spPr>
          <a:xfrm>
            <a:off x="6400800" y="990600"/>
            <a:ext cx="31089600" cy="2514540"/>
          </a:xfrm>
        </p:spPr>
        <p:txBody>
          <a:bodyPr/>
          <a:lstStyle/>
          <a:p>
            <a:r>
              <a:rPr lang="en-US" smtClean="0"/>
              <a:t>Click to edit Master title style</a:t>
            </a:r>
            <a:endParaRPr lang="en-US"/>
          </a:p>
        </p:txBody>
      </p:sp>
      <p:sp>
        <p:nvSpPr>
          <p:cNvPr id="31" name="Text Placeholder 6"/>
          <p:cNvSpPr>
            <a:spLocks noGrp="1"/>
          </p:cNvSpPr>
          <p:nvPr>
            <p:ph type="body" sz="quarter" idx="36"/>
          </p:nvPr>
        </p:nvSpPr>
        <p:spPr bwMode="auto">
          <a:xfrm>
            <a:off x="6400800" y="3588603"/>
            <a:ext cx="31089600" cy="830997"/>
          </a:xfrm>
        </p:spPr>
        <p:txBody>
          <a:bodyPr>
            <a:noAutofit/>
          </a:bodyPr>
          <a:lstStyle>
            <a:lvl1pPr marL="0" indent="0">
              <a:spcBef>
                <a:spcPts val="0"/>
              </a:spcBef>
              <a:buNone/>
              <a:defRPr sz="2400">
                <a:solidFill>
                  <a:schemeClr val="bg1"/>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smtClean="0"/>
              <a:t>Click to edit Master text styles</a:t>
            </a:r>
          </a:p>
        </p:txBody>
      </p:sp>
      <p:sp>
        <p:nvSpPr>
          <p:cNvPr id="3" name="Date Placeholder 2"/>
          <p:cNvSpPr>
            <a:spLocks noGrp="1"/>
          </p:cNvSpPr>
          <p:nvPr>
            <p:ph type="dt" sz="half" idx="10"/>
          </p:nvPr>
        </p:nvSpPr>
        <p:spPr/>
        <p:txBody>
          <a:bodyPr/>
          <a:lstStyle/>
          <a:p>
            <a:fld id="{ECAA57DF-1C19-4726-AB84-014692BAD8F5}" type="datetimeFigureOut">
              <a:rPr lang="en-US" smtClean="0"/>
              <a:t>4/27/2016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1B4C631-C489-4C11-812F-2172FBEAE82B}" type="slidenum">
              <a:rPr lang="en-US" smtClean="0"/>
              <a:t>‹#›</a:t>
            </a:fld>
            <a:endParaRPr lang="en-US"/>
          </a:p>
        </p:txBody>
      </p:sp>
      <p:sp>
        <p:nvSpPr>
          <p:cNvPr id="7" name="Text Placeholder 6"/>
          <p:cNvSpPr>
            <a:spLocks noGrp="1"/>
          </p:cNvSpPr>
          <p:nvPr>
            <p:ph type="body" sz="quarter" idx="13" hasCustomPrompt="1"/>
          </p:nvPr>
        </p:nvSpPr>
        <p:spPr>
          <a:xfrm>
            <a:off x="1143000" y="5852160"/>
            <a:ext cx="12801600" cy="1219200"/>
          </a:xfrm>
          <a:prstGeom prst="round1Rect">
            <a:avLst/>
          </a:prstGeom>
          <a:solidFill>
            <a:schemeClr val="accent2"/>
          </a:solidFill>
        </p:spPr>
        <p:txBody>
          <a:bodyPr lIns="365760" anchor="ctr">
            <a:noAutofit/>
          </a:bodyPr>
          <a:lstStyle>
            <a:lvl1pPr marL="0" indent="0">
              <a:spcBef>
                <a:spcPts val="0"/>
              </a:spcBef>
              <a:buNone/>
              <a:defRPr sz="6000" cap="all" baseline="0">
                <a:solidFill>
                  <a:schemeClr val="bg1"/>
                </a:solidFill>
                <a:latin typeface="+mj-lt"/>
              </a:defRPr>
            </a:lvl1pPr>
            <a:lvl2pPr marL="0" indent="0">
              <a:spcBef>
                <a:spcPts val="0"/>
              </a:spcBef>
              <a:buNone/>
              <a:defRPr sz="6000" cap="all" baseline="0">
                <a:solidFill>
                  <a:schemeClr val="bg1"/>
                </a:solidFill>
                <a:latin typeface="+mj-lt"/>
              </a:defRPr>
            </a:lvl2pPr>
            <a:lvl3pPr marL="0" indent="0">
              <a:spcBef>
                <a:spcPts val="0"/>
              </a:spcBef>
              <a:buNone/>
              <a:defRPr sz="6000" cap="all" baseline="0">
                <a:solidFill>
                  <a:schemeClr val="bg1"/>
                </a:solidFill>
                <a:latin typeface="+mj-lt"/>
              </a:defRPr>
            </a:lvl3pPr>
            <a:lvl4pPr marL="0" indent="0">
              <a:spcBef>
                <a:spcPts val="0"/>
              </a:spcBef>
              <a:buNone/>
              <a:defRPr sz="6000" cap="all" baseline="0">
                <a:solidFill>
                  <a:schemeClr val="bg1"/>
                </a:solidFill>
                <a:latin typeface="+mj-lt"/>
              </a:defRPr>
            </a:lvl4pPr>
            <a:lvl5pPr marL="0" indent="0">
              <a:spcBef>
                <a:spcPts val="0"/>
              </a:spcBef>
              <a:buNone/>
              <a:defRPr sz="6000" cap="all" baseline="0">
                <a:solidFill>
                  <a:schemeClr val="bg1"/>
                </a:solidFill>
                <a:latin typeface="+mj-lt"/>
              </a:defRPr>
            </a:lvl5pPr>
            <a:lvl6pPr marL="0" indent="0">
              <a:spcBef>
                <a:spcPts val="0"/>
              </a:spcBef>
              <a:buNone/>
              <a:defRPr sz="6000" cap="all" baseline="0">
                <a:solidFill>
                  <a:schemeClr val="bg1"/>
                </a:solidFill>
                <a:latin typeface="+mj-lt"/>
              </a:defRPr>
            </a:lvl6pPr>
            <a:lvl7pPr marL="0" indent="0">
              <a:spcBef>
                <a:spcPts val="0"/>
              </a:spcBef>
              <a:buNone/>
              <a:defRPr sz="6000" cap="all" baseline="0">
                <a:solidFill>
                  <a:schemeClr val="bg1"/>
                </a:solidFill>
                <a:latin typeface="+mj-lt"/>
              </a:defRPr>
            </a:lvl7pPr>
            <a:lvl8pPr marL="0" indent="0">
              <a:spcBef>
                <a:spcPts val="0"/>
              </a:spcBef>
              <a:buNone/>
              <a:defRPr sz="6000" cap="all" baseline="0">
                <a:solidFill>
                  <a:schemeClr val="bg1"/>
                </a:solidFill>
                <a:latin typeface="+mj-lt"/>
              </a:defRPr>
            </a:lvl8pPr>
            <a:lvl9pPr marL="0" indent="0">
              <a:spcBef>
                <a:spcPts val="0"/>
              </a:spcBef>
              <a:buNone/>
              <a:defRPr sz="6000" cap="all" baseline="0">
                <a:solidFill>
                  <a:schemeClr val="bg1"/>
                </a:solidFill>
                <a:latin typeface="+mj-lt"/>
              </a:defRPr>
            </a:lvl9pPr>
          </a:lstStyle>
          <a:p>
            <a:pPr lvl="0"/>
            <a:r>
              <a:rPr lang="en-US" dirty="0" smtClean="0"/>
              <a:t>Heading</a:t>
            </a:r>
            <a:endParaRPr lang="en-US" dirty="0"/>
          </a:p>
        </p:txBody>
      </p:sp>
      <p:sp>
        <p:nvSpPr>
          <p:cNvPr id="19" name="Content Placeholder 17"/>
          <p:cNvSpPr>
            <a:spLocks noGrp="1"/>
          </p:cNvSpPr>
          <p:nvPr>
            <p:ph sz="quarter" idx="24" hasCustomPrompt="1"/>
          </p:nvPr>
        </p:nvSpPr>
        <p:spPr>
          <a:xfrm>
            <a:off x="1143000" y="7071360"/>
            <a:ext cx="12801600" cy="6858000"/>
          </a:xfrm>
        </p:spPr>
        <p:txBody>
          <a:bodyPr lIns="365760" tIns="182880"/>
          <a:lstStyle>
            <a:lvl1pPr>
              <a:defRPr baseline="0"/>
            </a:lvl1pPr>
            <a:lvl5pPr>
              <a:defRPr/>
            </a:lvl5pPr>
            <a:lvl6pPr>
              <a:defRPr/>
            </a:lvl6pPr>
            <a:lvl7pPr>
              <a:defRPr/>
            </a:lvl7pPr>
            <a:lvl8pPr>
              <a:defRPr/>
            </a:lvl8pPr>
            <a:lvl9pPr>
              <a:defRPr/>
            </a:lvl9pPr>
          </a:lstStyle>
          <a:p>
            <a:pPr lvl="0"/>
            <a:r>
              <a:rPr lang="en-US" dirty="0" smtClean="0"/>
              <a:t>Use this placeholder to add text or other content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a:p>
            <a:pPr lvl="5"/>
            <a:r>
              <a:rPr lang="en-US" dirty="0" smtClean="0"/>
              <a:t>Six</a:t>
            </a:r>
          </a:p>
          <a:p>
            <a:pPr lvl="6"/>
            <a:r>
              <a:rPr lang="en-US" dirty="0" smtClean="0"/>
              <a:t>Seven</a:t>
            </a:r>
          </a:p>
          <a:p>
            <a:pPr lvl="7"/>
            <a:r>
              <a:rPr lang="en-US" dirty="0" smtClean="0"/>
              <a:t>Eight</a:t>
            </a:r>
          </a:p>
          <a:p>
            <a:pPr lvl="8"/>
            <a:r>
              <a:rPr lang="en-US" dirty="0" smtClean="0"/>
              <a:t>Nine</a:t>
            </a:r>
            <a:endParaRPr lang="en-US" dirty="0"/>
          </a:p>
        </p:txBody>
      </p:sp>
      <p:sp>
        <p:nvSpPr>
          <p:cNvPr id="11" name="Text Placeholder 6"/>
          <p:cNvSpPr>
            <a:spLocks noGrp="1"/>
          </p:cNvSpPr>
          <p:nvPr>
            <p:ph type="body" sz="quarter" idx="17" hasCustomPrompt="1"/>
          </p:nvPr>
        </p:nvSpPr>
        <p:spPr>
          <a:xfrm>
            <a:off x="1143000" y="15032736"/>
            <a:ext cx="12801600" cy="1219200"/>
          </a:xfrm>
          <a:prstGeom prst="round1Rect">
            <a:avLst/>
          </a:prstGeom>
          <a:solidFill>
            <a:schemeClr val="accent3"/>
          </a:solidFill>
        </p:spPr>
        <p:txBody>
          <a:bodyPr lIns="365760" anchor="ctr">
            <a:noAutofit/>
          </a:bodyPr>
          <a:lstStyle>
            <a:lvl1pPr marL="0" indent="0">
              <a:spcBef>
                <a:spcPts val="0"/>
              </a:spcBef>
              <a:buNone/>
              <a:defRPr sz="6000" cap="all" baseline="0">
                <a:solidFill>
                  <a:schemeClr val="bg1"/>
                </a:solidFill>
                <a:latin typeface="+mj-lt"/>
              </a:defRPr>
            </a:lvl1pPr>
            <a:lvl2pPr marL="0" indent="0">
              <a:spcBef>
                <a:spcPts val="0"/>
              </a:spcBef>
              <a:buNone/>
              <a:defRPr sz="6000" cap="all" baseline="0">
                <a:solidFill>
                  <a:schemeClr val="bg1"/>
                </a:solidFill>
                <a:latin typeface="+mj-lt"/>
              </a:defRPr>
            </a:lvl2pPr>
            <a:lvl3pPr marL="0" indent="0">
              <a:spcBef>
                <a:spcPts val="0"/>
              </a:spcBef>
              <a:buNone/>
              <a:defRPr sz="6000" cap="all" baseline="0">
                <a:solidFill>
                  <a:schemeClr val="bg1"/>
                </a:solidFill>
                <a:latin typeface="+mj-lt"/>
              </a:defRPr>
            </a:lvl3pPr>
            <a:lvl4pPr marL="0" indent="0">
              <a:spcBef>
                <a:spcPts val="0"/>
              </a:spcBef>
              <a:buNone/>
              <a:defRPr sz="6000" cap="all" baseline="0">
                <a:solidFill>
                  <a:schemeClr val="bg1"/>
                </a:solidFill>
                <a:latin typeface="+mj-lt"/>
              </a:defRPr>
            </a:lvl4pPr>
            <a:lvl5pPr marL="0" indent="0">
              <a:spcBef>
                <a:spcPts val="0"/>
              </a:spcBef>
              <a:buNone/>
              <a:defRPr sz="6000" cap="all" baseline="0">
                <a:solidFill>
                  <a:schemeClr val="bg1"/>
                </a:solidFill>
                <a:latin typeface="+mj-lt"/>
              </a:defRPr>
            </a:lvl5pPr>
            <a:lvl6pPr marL="0" indent="0">
              <a:spcBef>
                <a:spcPts val="0"/>
              </a:spcBef>
              <a:buNone/>
              <a:defRPr sz="6000" cap="all" baseline="0">
                <a:solidFill>
                  <a:schemeClr val="bg1"/>
                </a:solidFill>
                <a:latin typeface="+mj-lt"/>
              </a:defRPr>
            </a:lvl6pPr>
            <a:lvl7pPr marL="0" indent="0">
              <a:spcBef>
                <a:spcPts val="0"/>
              </a:spcBef>
              <a:buNone/>
              <a:defRPr sz="6000" cap="all" baseline="0">
                <a:solidFill>
                  <a:schemeClr val="bg1"/>
                </a:solidFill>
                <a:latin typeface="+mj-lt"/>
              </a:defRPr>
            </a:lvl7pPr>
            <a:lvl8pPr marL="0" indent="0">
              <a:spcBef>
                <a:spcPts val="0"/>
              </a:spcBef>
              <a:buNone/>
              <a:defRPr sz="6000" cap="all" baseline="0">
                <a:solidFill>
                  <a:schemeClr val="bg1"/>
                </a:solidFill>
                <a:latin typeface="+mj-lt"/>
              </a:defRPr>
            </a:lvl8pPr>
            <a:lvl9pPr marL="0" indent="0">
              <a:spcBef>
                <a:spcPts val="0"/>
              </a:spcBef>
              <a:buNone/>
              <a:defRPr sz="6000" cap="all" baseline="0">
                <a:solidFill>
                  <a:schemeClr val="bg1"/>
                </a:solidFill>
                <a:latin typeface="+mj-lt"/>
              </a:defRPr>
            </a:lvl9pPr>
          </a:lstStyle>
          <a:p>
            <a:pPr lvl="0"/>
            <a:r>
              <a:rPr lang="en-US" dirty="0" smtClean="0"/>
              <a:t>Heading</a:t>
            </a:r>
            <a:endParaRPr lang="en-US" dirty="0"/>
          </a:p>
        </p:txBody>
      </p:sp>
      <p:sp>
        <p:nvSpPr>
          <p:cNvPr id="20" name="Content Placeholder 17"/>
          <p:cNvSpPr>
            <a:spLocks noGrp="1"/>
          </p:cNvSpPr>
          <p:nvPr>
            <p:ph sz="quarter" idx="25" hasCustomPrompt="1"/>
          </p:nvPr>
        </p:nvSpPr>
        <p:spPr>
          <a:xfrm>
            <a:off x="1143000" y="16251936"/>
            <a:ext cx="12801600" cy="9088165"/>
          </a:xfrm>
        </p:spPr>
        <p:txBody>
          <a:bodyPr lIns="365760" tIns="182880"/>
          <a:lstStyle>
            <a:lvl1pPr>
              <a:defRPr baseline="0"/>
            </a:lvl1pPr>
            <a:lvl5pPr>
              <a:defRPr/>
            </a:lvl5pPr>
            <a:lvl6pPr>
              <a:defRPr/>
            </a:lvl6pPr>
            <a:lvl7pPr>
              <a:defRPr/>
            </a:lvl7pPr>
            <a:lvl8pPr>
              <a:defRPr/>
            </a:lvl8pPr>
            <a:lvl9pPr>
              <a:defRPr/>
            </a:lvl9pPr>
          </a:lstStyle>
          <a:p>
            <a:pPr lvl="0"/>
            <a:r>
              <a:rPr lang="en-US" dirty="0" smtClean="0"/>
              <a:t>Use this placeholder to add text or other content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a:p>
            <a:pPr lvl="5"/>
            <a:r>
              <a:rPr lang="en-US" dirty="0" smtClean="0"/>
              <a:t>Six</a:t>
            </a:r>
          </a:p>
          <a:p>
            <a:pPr lvl="6"/>
            <a:r>
              <a:rPr lang="en-US" dirty="0" smtClean="0"/>
              <a:t>Seven</a:t>
            </a:r>
          </a:p>
          <a:p>
            <a:pPr lvl="7"/>
            <a:r>
              <a:rPr lang="en-US" dirty="0" smtClean="0"/>
              <a:t>Eight</a:t>
            </a:r>
          </a:p>
          <a:p>
            <a:pPr lvl="8"/>
            <a:r>
              <a:rPr lang="en-US" dirty="0" smtClean="0"/>
              <a:t>Nine</a:t>
            </a:r>
            <a:endParaRPr lang="en-US" dirty="0"/>
          </a:p>
        </p:txBody>
      </p:sp>
      <p:sp>
        <p:nvSpPr>
          <p:cNvPr id="13" name="Text Placeholder 6"/>
          <p:cNvSpPr>
            <a:spLocks noGrp="1"/>
          </p:cNvSpPr>
          <p:nvPr>
            <p:ph type="body" sz="quarter" idx="19" hasCustomPrompt="1"/>
          </p:nvPr>
        </p:nvSpPr>
        <p:spPr>
          <a:xfrm>
            <a:off x="1143000" y="25831800"/>
            <a:ext cx="12801600" cy="1219200"/>
          </a:xfrm>
          <a:prstGeom prst="round1Rect">
            <a:avLst/>
          </a:prstGeom>
          <a:solidFill>
            <a:schemeClr val="accent4"/>
          </a:solidFill>
        </p:spPr>
        <p:txBody>
          <a:bodyPr lIns="365760" anchor="ctr">
            <a:noAutofit/>
          </a:bodyPr>
          <a:lstStyle>
            <a:lvl1pPr marL="0" indent="0">
              <a:spcBef>
                <a:spcPts val="0"/>
              </a:spcBef>
              <a:buNone/>
              <a:defRPr sz="6000" cap="all" baseline="0">
                <a:solidFill>
                  <a:schemeClr val="bg1"/>
                </a:solidFill>
                <a:latin typeface="+mj-lt"/>
              </a:defRPr>
            </a:lvl1pPr>
            <a:lvl2pPr marL="0" indent="0">
              <a:spcBef>
                <a:spcPts val="0"/>
              </a:spcBef>
              <a:buNone/>
              <a:defRPr sz="6000" cap="all" baseline="0">
                <a:solidFill>
                  <a:schemeClr val="bg1"/>
                </a:solidFill>
                <a:latin typeface="+mj-lt"/>
              </a:defRPr>
            </a:lvl2pPr>
            <a:lvl3pPr marL="0" indent="0">
              <a:spcBef>
                <a:spcPts val="0"/>
              </a:spcBef>
              <a:buNone/>
              <a:defRPr sz="6000" cap="all" baseline="0">
                <a:solidFill>
                  <a:schemeClr val="bg1"/>
                </a:solidFill>
                <a:latin typeface="+mj-lt"/>
              </a:defRPr>
            </a:lvl3pPr>
            <a:lvl4pPr marL="0" indent="0">
              <a:spcBef>
                <a:spcPts val="0"/>
              </a:spcBef>
              <a:buNone/>
              <a:defRPr sz="6000" cap="all" baseline="0">
                <a:solidFill>
                  <a:schemeClr val="bg1"/>
                </a:solidFill>
                <a:latin typeface="+mj-lt"/>
              </a:defRPr>
            </a:lvl4pPr>
            <a:lvl5pPr marL="0" indent="0">
              <a:spcBef>
                <a:spcPts val="0"/>
              </a:spcBef>
              <a:buNone/>
              <a:defRPr sz="6000" cap="all" baseline="0">
                <a:solidFill>
                  <a:schemeClr val="bg1"/>
                </a:solidFill>
                <a:latin typeface="+mj-lt"/>
              </a:defRPr>
            </a:lvl5pPr>
            <a:lvl6pPr marL="0" indent="0">
              <a:spcBef>
                <a:spcPts val="0"/>
              </a:spcBef>
              <a:buNone/>
              <a:defRPr sz="6000" cap="all" baseline="0">
                <a:solidFill>
                  <a:schemeClr val="bg1"/>
                </a:solidFill>
                <a:latin typeface="+mj-lt"/>
              </a:defRPr>
            </a:lvl6pPr>
            <a:lvl7pPr marL="0" indent="0">
              <a:spcBef>
                <a:spcPts val="0"/>
              </a:spcBef>
              <a:buNone/>
              <a:defRPr sz="6000" cap="all" baseline="0">
                <a:solidFill>
                  <a:schemeClr val="bg1"/>
                </a:solidFill>
                <a:latin typeface="+mj-lt"/>
              </a:defRPr>
            </a:lvl7pPr>
            <a:lvl8pPr marL="0" indent="0">
              <a:spcBef>
                <a:spcPts val="0"/>
              </a:spcBef>
              <a:buNone/>
              <a:defRPr sz="6000" cap="all" baseline="0">
                <a:solidFill>
                  <a:schemeClr val="bg1"/>
                </a:solidFill>
                <a:latin typeface="+mj-lt"/>
              </a:defRPr>
            </a:lvl8pPr>
            <a:lvl9pPr marL="0" indent="0">
              <a:spcBef>
                <a:spcPts val="0"/>
              </a:spcBef>
              <a:buNone/>
              <a:defRPr sz="6000" cap="all" baseline="0">
                <a:solidFill>
                  <a:schemeClr val="bg1"/>
                </a:solidFill>
                <a:latin typeface="+mj-lt"/>
              </a:defRPr>
            </a:lvl9pPr>
          </a:lstStyle>
          <a:p>
            <a:pPr lvl="0"/>
            <a:r>
              <a:rPr lang="en-US" dirty="0" smtClean="0"/>
              <a:t>Heading</a:t>
            </a:r>
            <a:endParaRPr lang="en-US" dirty="0"/>
          </a:p>
        </p:txBody>
      </p:sp>
      <p:sp>
        <p:nvSpPr>
          <p:cNvPr id="21" name="Content Placeholder 17"/>
          <p:cNvSpPr>
            <a:spLocks noGrp="1"/>
          </p:cNvSpPr>
          <p:nvPr>
            <p:ph sz="quarter" idx="26" hasCustomPrompt="1"/>
          </p:nvPr>
        </p:nvSpPr>
        <p:spPr>
          <a:xfrm>
            <a:off x="1143000" y="27057096"/>
            <a:ext cx="12801600" cy="4572000"/>
          </a:xfrm>
        </p:spPr>
        <p:txBody>
          <a:bodyPr lIns="365760" tIns="182880"/>
          <a:lstStyle>
            <a:lvl1pPr>
              <a:defRPr baseline="0"/>
            </a:lvl1pPr>
            <a:lvl5pPr>
              <a:defRPr/>
            </a:lvl5pPr>
            <a:lvl6pPr>
              <a:defRPr/>
            </a:lvl6pPr>
            <a:lvl7pPr>
              <a:defRPr/>
            </a:lvl7pPr>
            <a:lvl8pPr>
              <a:defRPr/>
            </a:lvl8pPr>
            <a:lvl9pPr>
              <a:defRPr/>
            </a:lvl9pPr>
          </a:lstStyle>
          <a:p>
            <a:pPr lvl="0"/>
            <a:r>
              <a:rPr lang="en-US" dirty="0" smtClean="0"/>
              <a:t>Use this placeholder to add text or other content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a:p>
            <a:pPr lvl="5"/>
            <a:r>
              <a:rPr lang="en-US" dirty="0" smtClean="0"/>
              <a:t>Six</a:t>
            </a:r>
          </a:p>
          <a:p>
            <a:pPr lvl="6"/>
            <a:r>
              <a:rPr lang="en-US" dirty="0" smtClean="0"/>
              <a:t>Seven</a:t>
            </a:r>
          </a:p>
          <a:p>
            <a:pPr lvl="7"/>
            <a:r>
              <a:rPr lang="en-US" dirty="0" smtClean="0"/>
              <a:t>Eight</a:t>
            </a:r>
          </a:p>
          <a:p>
            <a:pPr lvl="8"/>
            <a:r>
              <a:rPr lang="en-US" dirty="0" smtClean="0"/>
              <a:t>Nine</a:t>
            </a:r>
            <a:endParaRPr lang="en-US" dirty="0"/>
          </a:p>
        </p:txBody>
      </p:sp>
      <p:sp>
        <p:nvSpPr>
          <p:cNvPr id="15" name="Text Placeholder 6"/>
          <p:cNvSpPr>
            <a:spLocks noGrp="1"/>
          </p:cNvSpPr>
          <p:nvPr>
            <p:ph type="body" sz="quarter" idx="21" hasCustomPrompt="1"/>
          </p:nvPr>
        </p:nvSpPr>
        <p:spPr>
          <a:xfrm>
            <a:off x="15544800" y="5852160"/>
            <a:ext cx="12801600" cy="1219200"/>
          </a:xfrm>
          <a:prstGeom prst="round1Rect">
            <a:avLst/>
          </a:prstGeom>
          <a:solidFill>
            <a:schemeClr val="accent5"/>
          </a:solidFill>
        </p:spPr>
        <p:txBody>
          <a:bodyPr lIns="365760" anchor="ctr">
            <a:noAutofit/>
          </a:bodyPr>
          <a:lstStyle>
            <a:lvl1pPr marL="0" indent="0">
              <a:spcBef>
                <a:spcPts val="0"/>
              </a:spcBef>
              <a:buNone/>
              <a:defRPr sz="6000" cap="all" baseline="0">
                <a:solidFill>
                  <a:schemeClr val="bg1"/>
                </a:solidFill>
                <a:latin typeface="+mj-lt"/>
              </a:defRPr>
            </a:lvl1pPr>
            <a:lvl2pPr marL="0" indent="0">
              <a:spcBef>
                <a:spcPts val="0"/>
              </a:spcBef>
              <a:buNone/>
              <a:defRPr sz="6000" cap="all" baseline="0">
                <a:solidFill>
                  <a:schemeClr val="bg1"/>
                </a:solidFill>
                <a:latin typeface="+mj-lt"/>
              </a:defRPr>
            </a:lvl2pPr>
            <a:lvl3pPr marL="0" indent="0">
              <a:spcBef>
                <a:spcPts val="0"/>
              </a:spcBef>
              <a:buNone/>
              <a:defRPr sz="6000" cap="all" baseline="0">
                <a:solidFill>
                  <a:schemeClr val="bg1"/>
                </a:solidFill>
                <a:latin typeface="+mj-lt"/>
              </a:defRPr>
            </a:lvl3pPr>
            <a:lvl4pPr marL="0" indent="0">
              <a:spcBef>
                <a:spcPts val="0"/>
              </a:spcBef>
              <a:buNone/>
              <a:defRPr sz="6000" cap="all" baseline="0">
                <a:solidFill>
                  <a:schemeClr val="bg1"/>
                </a:solidFill>
                <a:latin typeface="+mj-lt"/>
              </a:defRPr>
            </a:lvl4pPr>
            <a:lvl5pPr marL="0" indent="0">
              <a:spcBef>
                <a:spcPts val="0"/>
              </a:spcBef>
              <a:buNone/>
              <a:defRPr sz="6000" cap="all" baseline="0">
                <a:solidFill>
                  <a:schemeClr val="bg1"/>
                </a:solidFill>
                <a:latin typeface="+mj-lt"/>
              </a:defRPr>
            </a:lvl5pPr>
            <a:lvl6pPr marL="0" indent="0">
              <a:spcBef>
                <a:spcPts val="0"/>
              </a:spcBef>
              <a:buNone/>
              <a:defRPr sz="6000" cap="all" baseline="0">
                <a:solidFill>
                  <a:schemeClr val="bg1"/>
                </a:solidFill>
                <a:latin typeface="+mj-lt"/>
              </a:defRPr>
            </a:lvl6pPr>
            <a:lvl7pPr marL="0" indent="0">
              <a:spcBef>
                <a:spcPts val="0"/>
              </a:spcBef>
              <a:buNone/>
              <a:defRPr sz="6000" cap="all" baseline="0">
                <a:solidFill>
                  <a:schemeClr val="bg1"/>
                </a:solidFill>
                <a:latin typeface="+mj-lt"/>
              </a:defRPr>
            </a:lvl7pPr>
            <a:lvl8pPr marL="0" indent="0">
              <a:spcBef>
                <a:spcPts val="0"/>
              </a:spcBef>
              <a:buNone/>
              <a:defRPr sz="6000" cap="all" baseline="0">
                <a:solidFill>
                  <a:schemeClr val="bg1"/>
                </a:solidFill>
                <a:latin typeface="+mj-lt"/>
              </a:defRPr>
            </a:lvl8pPr>
            <a:lvl9pPr marL="0" indent="0">
              <a:spcBef>
                <a:spcPts val="0"/>
              </a:spcBef>
              <a:buNone/>
              <a:defRPr sz="6000" cap="all" baseline="0">
                <a:solidFill>
                  <a:schemeClr val="bg1"/>
                </a:solidFill>
                <a:latin typeface="+mj-lt"/>
              </a:defRPr>
            </a:lvl9pPr>
          </a:lstStyle>
          <a:p>
            <a:pPr lvl="0"/>
            <a:r>
              <a:rPr lang="en-US" dirty="0" smtClean="0"/>
              <a:t>Heading</a:t>
            </a:r>
            <a:endParaRPr lang="en-US" dirty="0"/>
          </a:p>
        </p:txBody>
      </p:sp>
      <p:sp>
        <p:nvSpPr>
          <p:cNvPr id="22" name="Content Placeholder 17"/>
          <p:cNvSpPr>
            <a:spLocks noGrp="1"/>
          </p:cNvSpPr>
          <p:nvPr>
            <p:ph sz="quarter" idx="27" hasCustomPrompt="1"/>
          </p:nvPr>
        </p:nvSpPr>
        <p:spPr>
          <a:xfrm>
            <a:off x="15544800" y="7071360"/>
            <a:ext cx="12801600" cy="4572000"/>
          </a:xfrm>
        </p:spPr>
        <p:txBody>
          <a:bodyPr lIns="365760" tIns="182880"/>
          <a:lstStyle>
            <a:lvl1pPr>
              <a:defRPr baseline="0"/>
            </a:lvl1pPr>
            <a:lvl5pPr>
              <a:defRPr/>
            </a:lvl5pPr>
            <a:lvl6pPr>
              <a:defRPr/>
            </a:lvl6pPr>
            <a:lvl7pPr>
              <a:defRPr/>
            </a:lvl7pPr>
            <a:lvl8pPr>
              <a:defRPr/>
            </a:lvl8pPr>
            <a:lvl9pPr>
              <a:defRPr/>
            </a:lvl9pPr>
          </a:lstStyle>
          <a:p>
            <a:pPr lvl="0"/>
            <a:r>
              <a:rPr lang="en-US" dirty="0" smtClean="0"/>
              <a:t>Use this placeholder to add text or other content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a:p>
            <a:pPr lvl="5"/>
            <a:r>
              <a:rPr lang="en-US" dirty="0" smtClean="0"/>
              <a:t>Six</a:t>
            </a:r>
          </a:p>
          <a:p>
            <a:pPr lvl="6"/>
            <a:r>
              <a:rPr lang="en-US" dirty="0" smtClean="0"/>
              <a:t>Seven</a:t>
            </a:r>
          </a:p>
          <a:p>
            <a:pPr lvl="7"/>
            <a:r>
              <a:rPr lang="en-US" dirty="0" smtClean="0"/>
              <a:t>Eight</a:t>
            </a:r>
          </a:p>
          <a:p>
            <a:pPr lvl="8"/>
            <a:r>
              <a:rPr lang="en-US" dirty="0" smtClean="0"/>
              <a:t>Nine</a:t>
            </a:r>
            <a:endParaRPr lang="en-US" dirty="0"/>
          </a:p>
        </p:txBody>
      </p:sp>
      <p:sp>
        <p:nvSpPr>
          <p:cNvPr id="18" name="Content Placeholder 17"/>
          <p:cNvSpPr>
            <a:spLocks noGrp="1"/>
          </p:cNvSpPr>
          <p:nvPr>
            <p:ph sz="quarter" idx="23" hasCustomPrompt="1"/>
          </p:nvPr>
        </p:nvSpPr>
        <p:spPr>
          <a:xfrm>
            <a:off x="15544800" y="11948160"/>
            <a:ext cx="12801600" cy="6172200"/>
          </a:xfrm>
        </p:spPr>
        <p:txBody>
          <a:bodyPr lIns="365760" tIns="182880"/>
          <a:lstStyle>
            <a:lvl1pPr>
              <a:defRPr baseline="0"/>
            </a:lvl1pPr>
            <a:lvl5pPr>
              <a:defRPr/>
            </a:lvl5pPr>
            <a:lvl6pPr>
              <a:defRPr/>
            </a:lvl6pPr>
            <a:lvl7pPr>
              <a:defRPr/>
            </a:lvl7pPr>
            <a:lvl8pPr>
              <a:defRPr/>
            </a:lvl8pPr>
            <a:lvl9pPr>
              <a:defRPr/>
            </a:lvl9pPr>
          </a:lstStyle>
          <a:p>
            <a:pPr lvl="0"/>
            <a:r>
              <a:rPr lang="en-US" dirty="0" smtClean="0"/>
              <a:t>Use this placeholder to add text or other content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a:p>
            <a:pPr lvl="5"/>
            <a:r>
              <a:rPr lang="en-US" dirty="0" smtClean="0"/>
              <a:t>Six</a:t>
            </a:r>
          </a:p>
          <a:p>
            <a:pPr lvl="6"/>
            <a:r>
              <a:rPr lang="en-US" dirty="0" smtClean="0"/>
              <a:t>Seven</a:t>
            </a:r>
          </a:p>
          <a:p>
            <a:pPr lvl="7"/>
            <a:r>
              <a:rPr lang="en-US" dirty="0" smtClean="0"/>
              <a:t>Eight</a:t>
            </a:r>
          </a:p>
          <a:p>
            <a:pPr lvl="8"/>
            <a:r>
              <a:rPr lang="en-US" dirty="0" smtClean="0"/>
              <a:t>Nine</a:t>
            </a:r>
            <a:endParaRPr lang="en-US" dirty="0"/>
          </a:p>
        </p:txBody>
      </p:sp>
      <p:sp>
        <p:nvSpPr>
          <p:cNvPr id="23" name="Content Placeholder 17"/>
          <p:cNvSpPr>
            <a:spLocks noGrp="1"/>
          </p:cNvSpPr>
          <p:nvPr>
            <p:ph sz="quarter" idx="28" hasCustomPrompt="1"/>
          </p:nvPr>
        </p:nvSpPr>
        <p:spPr>
          <a:xfrm>
            <a:off x="15544800" y="23469600"/>
            <a:ext cx="12801600" cy="1752600"/>
          </a:xfrm>
        </p:spPr>
        <p:txBody>
          <a:bodyPr tIns="182880"/>
          <a:lstStyle>
            <a:lvl1pPr>
              <a:defRPr baseline="0"/>
            </a:lvl1pPr>
            <a:lvl5pPr>
              <a:defRPr/>
            </a:lvl5pPr>
            <a:lvl6pPr>
              <a:defRPr/>
            </a:lvl6pPr>
            <a:lvl7pPr>
              <a:defRPr/>
            </a:lvl7pPr>
            <a:lvl8pPr>
              <a:defRPr/>
            </a:lvl8pPr>
            <a:lvl9pPr>
              <a:defRPr/>
            </a:lvl9pPr>
          </a:lstStyle>
          <a:p>
            <a:pPr lvl="0"/>
            <a:r>
              <a:rPr lang="en-US" dirty="0" smtClean="0"/>
              <a:t>Use this placeholder to add text or other content</a:t>
            </a:r>
          </a:p>
          <a:p>
            <a:pPr lvl="1"/>
            <a:r>
              <a:rPr lang="en-US" dirty="0" smtClean="0"/>
              <a:t>Second level</a:t>
            </a:r>
          </a:p>
        </p:txBody>
      </p:sp>
      <p:sp>
        <p:nvSpPr>
          <p:cNvPr id="24" name="Text Placeholder 6"/>
          <p:cNvSpPr>
            <a:spLocks noGrp="1"/>
          </p:cNvSpPr>
          <p:nvPr>
            <p:ph type="body" sz="quarter" idx="29" hasCustomPrompt="1"/>
          </p:nvPr>
        </p:nvSpPr>
        <p:spPr>
          <a:xfrm>
            <a:off x="15544800" y="25831800"/>
            <a:ext cx="12801600" cy="1219200"/>
          </a:xfrm>
          <a:prstGeom prst="round1Rect">
            <a:avLst/>
          </a:prstGeom>
          <a:solidFill>
            <a:schemeClr val="accent6"/>
          </a:solidFill>
        </p:spPr>
        <p:txBody>
          <a:bodyPr lIns="365760" anchor="ctr">
            <a:noAutofit/>
          </a:bodyPr>
          <a:lstStyle>
            <a:lvl1pPr marL="0" indent="0">
              <a:spcBef>
                <a:spcPts val="0"/>
              </a:spcBef>
              <a:buNone/>
              <a:defRPr sz="6000" cap="all" baseline="0">
                <a:solidFill>
                  <a:schemeClr val="bg1"/>
                </a:solidFill>
                <a:latin typeface="+mj-lt"/>
              </a:defRPr>
            </a:lvl1pPr>
            <a:lvl2pPr marL="0" indent="0">
              <a:spcBef>
                <a:spcPts val="0"/>
              </a:spcBef>
              <a:buNone/>
              <a:defRPr sz="6000" cap="all" baseline="0">
                <a:solidFill>
                  <a:schemeClr val="bg1"/>
                </a:solidFill>
                <a:latin typeface="+mj-lt"/>
              </a:defRPr>
            </a:lvl2pPr>
            <a:lvl3pPr marL="0" indent="0">
              <a:spcBef>
                <a:spcPts val="0"/>
              </a:spcBef>
              <a:buNone/>
              <a:defRPr sz="6000" cap="all" baseline="0">
                <a:solidFill>
                  <a:schemeClr val="bg1"/>
                </a:solidFill>
                <a:latin typeface="+mj-lt"/>
              </a:defRPr>
            </a:lvl3pPr>
            <a:lvl4pPr marL="0" indent="0">
              <a:spcBef>
                <a:spcPts val="0"/>
              </a:spcBef>
              <a:buNone/>
              <a:defRPr sz="6000" cap="all" baseline="0">
                <a:solidFill>
                  <a:schemeClr val="bg1"/>
                </a:solidFill>
                <a:latin typeface="+mj-lt"/>
              </a:defRPr>
            </a:lvl4pPr>
            <a:lvl5pPr marL="0" indent="0">
              <a:spcBef>
                <a:spcPts val="0"/>
              </a:spcBef>
              <a:buNone/>
              <a:defRPr sz="6000" cap="all" baseline="0">
                <a:solidFill>
                  <a:schemeClr val="bg1"/>
                </a:solidFill>
                <a:latin typeface="+mj-lt"/>
              </a:defRPr>
            </a:lvl5pPr>
            <a:lvl6pPr marL="0" indent="0">
              <a:spcBef>
                <a:spcPts val="0"/>
              </a:spcBef>
              <a:buNone/>
              <a:defRPr sz="6000" cap="all" baseline="0">
                <a:solidFill>
                  <a:schemeClr val="bg1"/>
                </a:solidFill>
                <a:latin typeface="+mj-lt"/>
              </a:defRPr>
            </a:lvl6pPr>
            <a:lvl7pPr marL="0" indent="0">
              <a:spcBef>
                <a:spcPts val="0"/>
              </a:spcBef>
              <a:buNone/>
              <a:defRPr sz="6000" cap="all" baseline="0">
                <a:solidFill>
                  <a:schemeClr val="bg1"/>
                </a:solidFill>
                <a:latin typeface="+mj-lt"/>
              </a:defRPr>
            </a:lvl7pPr>
            <a:lvl8pPr marL="0" indent="0">
              <a:spcBef>
                <a:spcPts val="0"/>
              </a:spcBef>
              <a:buNone/>
              <a:defRPr sz="6000" cap="all" baseline="0">
                <a:solidFill>
                  <a:schemeClr val="bg1"/>
                </a:solidFill>
                <a:latin typeface="+mj-lt"/>
              </a:defRPr>
            </a:lvl8pPr>
            <a:lvl9pPr marL="0" indent="0">
              <a:spcBef>
                <a:spcPts val="0"/>
              </a:spcBef>
              <a:buNone/>
              <a:defRPr sz="6000" cap="all" baseline="0">
                <a:solidFill>
                  <a:schemeClr val="bg1"/>
                </a:solidFill>
                <a:latin typeface="+mj-lt"/>
              </a:defRPr>
            </a:lvl9pPr>
          </a:lstStyle>
          <a:p>
            <a:pPr lvl="0"/>
            <a:r>
              <a:rPr lang="en-US" dirty="0" smtClean="0"/>
              <a:t>Heading</a:t>
            </a:r>
            <a:endParaRPr lang="en-US" dirty="0"/>
          </a:p>
        </p:txBody>
      </p:sp>
      <p:sp>
        <p:nvSpPr>
          <p:cNvPr id="25" name="Content Placeholder 17"/>
          <p:cNvSpPr>
            <a:spLocks noGrp="1"/>
          </p:cNvSpPr>
          <p:nvPr>
            <p:ph sz="quarter" idx="30" hasCustomPrompt="1"/>
          </p:nvPr>
        </p:nvSpPr>
        <p:spPr>
          <a:xfrm>
            <a:off x="15544800" y="27057096"/>
            <a:ext cx="12801600" cy="4572000"/>
          </a:xfrm>
        </p:spPr>
        <p:txBody>
          <a:bodyPr lIns="365760" tIns="182880"/>
          <a:lstStyle>
            <a:lvl1pPr>
              <a:defRPr baseline="0"/>
            </a:lvl1pPr>
            <a:lvl5pPr>
              <a:defRPr/>
            </a:lvl5pPr>
            <a:lvl6pPr>
              <a:defRPr/>
            </a:lvl6pPr>
            <a:lvl7pPr>
              <a:defRPr/>
            </a:lvl7pPr>
            <a:lvl8pPr>
              <a:defRPr/>
            </a:lvl8pPr>
            <a:lvl9pPr>
              <a:defRPr/>
            </a:lvl9pPr>
          </a:lstStyle>
          <a:p>
            <a:pPr lvl="0"/>
            <a:r>
              <a:rPr lang="en-US" dirty="0" smtClean="0"/>
              <a:t>Use this placeholder to add text or other content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a:p>
            <a:pPr lvl="5"/>
            <a:r>
              <a:rPr lang="en-US" dirty="0" smtClean="0"/>
              <a:t>Six</a:t>
            </a:r>
          </a:p>
          <a:p>
            <a:pPr lvl="6"/>
            <a:r>
              <a:rPr lang="en-US" dirty="0" smtClean="0"/>
              <a:t>Seven</a:t>
            </a:r>
          </a:p>
          <a:p>
            <a:pPr lvl="7"/>
            <a:r>
              <a:rPr lang="en-US" dirty="0" smtClean="0"/>
              <a:t>Eight</a:t>
            </a:r>
          </a:p>
          <a:p>
            <a:pPr lvl="8"/>
            <a:r>
              <a:rPr lang="en-US" dirty="0" smtClean="0"/>
              <a:t>Nine</a:t>
            </a:r>
            <a:endParaRPr lang="en-US" dirty="0"/>
          </a:p>
        </p:txBody>
      </p:sp>
      <p:sp>
        <p:nvSpPr>
          <p:cNvPr id="26" name="Text Placeholder 6"/>
          <p:cNvSpPr>
            <a:spLocks noGrp="1"/>
          </p:cNvSpPr>
          <p:nvPr>
            <p:ph type="body" sz="quarter" idx="31" hasCustomPrompt="1"/>
          </p:nvPr>
        </p:nvSpPr>
        <p:spPr>
          <a:xfrm>
            <a:off x="29900880" y="5852160"/>
            <a:ext cx="12801600" cy="1219200"/>
          </a:xfrm>
          <a:prstGeom prst="round1Rect">
            <a:avLst/>
          </a:prstGeom>
          <a:solidFill>
            <a:schemeClr val="accent6"/>
          </a:solidFill>
        </p:spPr>
        <p:txBody>
          <a:bodyPr lIns="365760" anchor="ctr">
            <a:noAutofit/>
          </a:bodyPr>
          <a:lstStyle>
            <a:lvl1pPr marL="0" indent="0">
              <a:spcBef>
                <a:spcPts val="0"/>
              </a:spcBef>
              <a:buNone/>
              <a:defRPr sz="6000" cap="all" baseline="0">
                <a:solidFill>
                  <a:schemeClr val="bg1"/>
                </a:solidFill>
                <a:latin typeface="+mj-lt"/>
              </a:defRPr>
            </a:lvl1pPr>
            <a:lvl2pPr marL="0" indent="0">
              <a:spcBef>
                <a:spcPts val="0"/>
              </a:spcBef>
              <a:buNone/>
              <a:defRPr sz="6000" cap="all" baseline="0">
                <a:solidFill>
                  <a:schemeClr val="bg1"/>
                </a:solidFill>
                <a:latin typeface="+mj-lt"/>
              </a:defRPr>
            </a:lvl2pPr>
            <a:lvl3pPr marL="0" indent="0">
              <a:spcBef>
                <a:spcPts val="0"/>
              </a:spcBef>
              <a:buNone/>
              <a:defRPr sz="6000" cap="all" baseline="0">
                <a:solidFill>
                  <a:schemeClr val="bg1"/>
                </a:solidFill>
                <a:latin typeface="+mj-lt"/>
              </a:defRPr>
            </a:lvl3pPr>
            <a:lvl4pPr marL="0" indent="0">
              <a:spcBef>
                <a:spcPts val="0"/>
              </a:spcBef>
              <a:buNone/>
              <a:defRPr sz="6000" cap="all" baseline="0">
                <a:solidFill>
                  <a:schemeClr val="bg1"/>
                </a:solidFill>
                <a:latin typeface="+mj-lt"/>
              </a:defRPr>
            </a:lvl4pPr>
            <a:lvl5pPr marL="0" indent="0">
              <a:spcBef>
                <a:spcPts val="0"/>
              </a:spcBef>
              <a:buNone/>
              <a:defRPr sz="6000" cap="all" baseline="0">
                <a:solidFill>
                  <a:schemeClr val="bg1"/>
                </a:solidFill>
                <a:latin typeface="+mj-lt"/>
              </a:defRPr>
            </a:lvl5pPr>
            <a:lvl6pPr marL="0" indent="0">
              <a:spcBef>
                <a:spcPts val="0"/>
              </a:spcBef>
              <a:buNone/>
              <a:defRPr sz="6000" cap="all" baseline="0">
                <a:solidFill>
                  <a:schemeClr val="bg1"/>
                </a:solidFill>
                <a:latin typeface="+mj-lt"/>
              </a:defRPr>
            </a:lvl6pPr>
            <a:lvl7pPr marL="0" indent="0">
              <a:spcBef>
                <a:spcPts val="0"/>
              </a:spcBef>
              <a:buNone/>
              <a:defRPr sz="6000" cap="all" baseline="0">
                <a:solidFill>
                  <a:schemeClr val="bg1"/>
                </a:solidFill>
                <a:latin typeface="+mj-lt"/>
              </a:defRPr>
            </a:lvl7pPr>
            <a:lvl8pPr marL="0" indent="0">
              <a:spcBef>
                <a:spcPts val="0"/>
              </a:spcBef>
              <a:buNone/>
              <a:defRPr sz="6000" cap="all" baseline="0">
                <a:solidFill>
                  <a:schemeClr val="bg1"/>
                </a:solidFill>
                <a:latin typeface="+mj-lt"/>
              </a:defRPr>
            </a:lvl8pPr>
            <a:lvl9pPr marL="0" indent="0">
              <a:spcBef>
                <a:spcPts val="0"/>
              </a:spcBef>
              <a:buNone/>
              <a:defRPr sz="6000" cap="all" baseline="0">
                <a:solidFill>
                  <a:schemeClr val="bg1"/>
                </a:solidFill>
                <a:latin typeface="+mj-lt"/>
              </a:defRPr>
            </a:lvl9pPr>
          </a:lstStyle>
          <a:p>
            <a:pPr lvl="0"/>
            <a:r>
              <a:rPr lang="en-US" dirty="0" smtClean="0"/>
              <a:t>Heading</a:t>
            </a:r>
            <a:endParaRPr lang="en-US" dirty="0"/>
          </a:p>
        </p:txBody>
      </p:sp>
      <p:sp>
        <p:nvSpPr>
          <p:cNvPr id="27" name="Content Placeholder 17"/>
          <p:cNvSpPr>
            <a:spLocks noGrp="1"/>
          </p:cNvSpPr>
          <p:nvPr>
            <p:ph sz="quarter" idx="32" hasCustomPrompt="1"/>
          </p:nvPr>
        </p:nvSpPr>
        <p:spPr>
          <a:xfrm>
            <a:off x="29900880" y="7071360"/>
            <a:ext cx="12801600" cy="7315200"/>
          </a:xfrm>
        </p:spPr>
        <p:txBody>
          <a:bodyPr lIns="365760" tIns="182880"/>
          <a:lstStyle>
            <a:lvl1pPr>
              <a:defRPr baseline="0"/>
            </a:lvl1pPr>
            <a:lvl5pPr>
              <a:defRPr/>
            </a:lvl5pPr>
            <a:lvl6pPr>
              <a:defRPr/>
            </a:lvl6pPr>
            <a:lvl7pPr>
              <a:defRPr/>
            </a:lvl7pPr>
            <a:lvl8pPr>
              <a:defRPr/>
            </a:lvl8pPr>
            <a:lvl9pPr>
              <a:defRPr/>
            </a:lvl9pPr>
          </a:lstStyle>
          <a:p>
            <a:pPr lvl="0"/>
            <a:r>
              <a:rPr lang="en-US" dirty="0" smtClean="0"/>
              <a:t>Use this placeholder to add text or other content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a:p>
            <a:pPr lvl="5"/>
            <a:r>
              <a:rPr lang="en-US" dirty="0" smtClean="0"/>
              <a:t>Six</a:t>
            </a:r>
          </a:p>
          <a:p>
            <a:pPr lvl="6"/>
            <a:r>
              <a:rPr lang="en-US" dirty="0" smtClean="0"/>
              <a:t>Seven</a:t>
            </a:r>
          </a:p>
          <a:p>
            <a:pPr lvl="7"/>
            <a:r>
              <a:rPr lang="en-US" dirty="0" smtClean="0"/>
              <a:t>Eight</a:t>
            </a:r>
          </a:p>
          <a:p>
            <a:pPr lvl="8"/>
            <a:r>
              <a:rPr lang="en-US" dirty="0" smtClean="0"/>
              <a:t>Nine</a:t>
            </a:r>
            <a:endParaRPr lang="en-US" dirty="0"/>
          </a:p>
        </p:txBody>
      </p:sp>
      <p:sp>
        <p:nvSpPr>
          <p:cNvPr id="28" name="Content Placeholder 17"/>
          <p:cNvSpPr>
            <a:spLocks noGrp="1"/>
          </p:cNvSpPr>
          <p:nvPr>
            <p:ph sz="quarter" idx="33" hasCustomPrompt="1"/>
          </p:nvPr>
        </p:nvSpPr>
        <p:spPr>
          <a:xfrm>
            <a:off x="29900880" y="15837408"/>
            <a:ext cx="12801600" cy="7315200"/>
          </a:xfrm>
        </p:spPr>
        <p:txBody>
          <a:bodyPr lIns="365760" tIns="182880"/>
          <a:lstStyle>
            <a:lvl1pPr>
              <a:defRPr baseline="0"/>
            </a:lvl1pPr>
            <a:lvl5pPr>
              <a:defRPr/>
            </a:lvl5pPr>
            <a:lvl6pPr>
              <a:defRPr/>
            </a:lvl6pPr>
            <a:lvl7pPr>
              <a:defRPr/>
            </a:lvl7pPr>
            <a:lvl8pPr>
              <a:defRPr/>
            </a:lvl8pPr>
            <a:lvl9pPr>
              <a:defRPr/>
            </a:lvl9pPr>
          </a:lstStyle>
          <a:p>
            <a:pPr lvl="0"/>
            <a:r>
              <a:rPr lang="en-US" dirty="0" smtClean="0"/>
              <a:t>Use this placeholder to add text or other content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a:p>
            <a:pPr lvl="5"/>
            <a:r>
              <a:rPr lang="en-US" dirty="0" smtClean="0"/>
              <a:t>Six</a:t>
            </a:r>
          </a:p>
          <a:p>
            <a:pPr lvl="6"/>
            <a:r>
              <a:rPr lang="en-US" dirty="0" smtClean="0"/>
              <a:t>Seven</a:t>
            </a:r>
          </a:p>
          <a:p>
            <a:pPr lvl="7"/>
            <a:r>
              <a:rPr lang="en-US" dirty="0" smtClean="0"/>
              <a:t>Eight</a:t>
            </a:r>
          </a:p>
          <a:p>
            <a:pPr lvl="8"/>
            <a:r>
              <a:rPr lang="en-US" dirty="0" smtClean="0"/>
              <a:t>Nine</a:t>
            </a:r>
            <a:endParaRPr lang="en-US" dirty="0"/>
          </a:p>
        </p:txBody>
      </p:sp>
      <p:sp>
        <p:nvSpPr>
          <p:cNvPr id="29" name="Text Placeholder 6"/>
          <p:cNvSpPr>
            <a:spLocks noGrp="1"/>
          </p:cNvSpPr>
          <p:nvPr>
            <p:ph type="body" sz="quarter" idx="34" hasCustomPrompt="1"/>
          </p:nvPr>
        </p:nvSpPr>
        <p:spPr>
          <a:xfrm>
            <a:off x="29900880" y="25831800"/>
            <a:ext cx="12801600" cy="1219200"/>
          </a:xfrm>
          <a:prstGeom prst="round1Rect">
            <a:avLst/>
          </a:prstGeom>
          <a:solidFill>
            <a:schemeClr val="accent1"/>
          </a:solidFill>
        </p:spPr>
        <p:txBody>
          <a:bodyPr lIns="365760" anchor="ctr">
            <a:noAutofit/>
          </a:bodyPr>
          <a:lstStyle>
            <a:lvl1pPr marL="0" indent="0">
              <a:spcBef>
                <a:spcPts val="0"/>
              </a:spcBef>
              <a:buNone/>
              <a:defRPr sz="6000" cap="all" baseline="0">
                <a:solidFill>
                  <a:schemeClr val="bg1"/>
                </a:solidFill>
                <a:latin typeface="+mj-lt"/>
              </a:defRPr>
            </a:lvl1pPr>
            <a:lvl2pPr marL="0" indent="0">
              <a:spcBef>
                <a:spcPts val="0"/>
              </a:spcBef>
              <a:buNone/>
              <a:defRPr sz="6000" cap="all" baseline="0">
                <a:solidFill>
                  <a:schemeClr val="bg1"/>
                </a:solidFill>
                <a:latin typeface="+mj-lt"/>
              </a:defRPr>
            </a:lvl2pPr>
            <a:lvl3pPr marL="0" indent="0">
              <a:spcBef>
                <a:spcPts val="0"/>
              </a:spcBef>
              <a:buNone/>
              <a:defRPr sz="6000" cap="all" baseline="0">
                <a:solidFill>
                  <a:schemeClr val="bg1"/>
                </a:solidFill>
                <a:latin typeface="+mj-lt"/>
              </a:defRPr>
            </a:lvl3pPr>
            <a:lvl4pPr marL="0" indent="0">
              <a:spcBef>
                <a:spcPts val="0"/>
              </a:spcBef>
              <a:buNone/>
              <a:defRPr sz="6000" cap="all" baseline="0">
                <a:solidFill>
                  <a:schemeClr val="bg1"/>
                </a:solidFill>
                <a:latin typeface="+mj-lt"/>
              </a:defRPr>
            </a:lvl4pPr>
            <a:lvl5pPr marL="0" indent="0">
              <a:spcBef>
                <a:spcPts val="0"/>
              </a:spcBef>
              <a:buNone/>
              <a:defRPr sz="6000" cap="all" baseline="0">
                <a:solidFill>
                  <a:schemeClr val="bg1"/>
                </a:solidFill>
                <a:latin typeface="+mj-lt"/>
              </a:defRPr>
            </a:lvl5pPr>
            <a:lvl6pPr marL="0" indent="0">
              <a:spcBef>
                <a:spcPts val="0"/>
              </a:spcBef>
              <a:buNone/>
              <a:defRPr sz="6000" cap="all" baseline="0">
                <a:solidFill>
                  <a:schemeClr val="bg1"/>
                </a:solidFill>
                <a:latin typeface="+mj-lt"/>
              </a:defRPr>
            </a:lvl6pPr>
            <a:lvl7pPr marL="0" indent="0">
              <a:spcBef>
                <a:spcPts val="0"/>
              </a:spcBef>
              <a:buNone/>
              <a:defRPr sz="6000" cap="all" baseline="0">
                <a:solidFill>
                  <a:schemeClr val="bg1"/>
                </a:solidFill>
                <a:latin typeface="+mj-lt"/>
              </a:defRPr>
            </a:lvl7pPr>
            <a:lvl8pPr marL="0" indent="0">
              <a:spcBef>
                <a:spcPts val="0"/>
              </a:spcBef>
              <a:buNone/>
              <a:defRPr sz="6000" cap="all" baseline="0">
                <a:solidFill>
                  <a:schemeClr val="bg1"/>
                </a:solidFill>
                <a:latin typeface="+mj-lt"/>
              </a:defRPr>
            </a:lvl8pPr>
            <a:lvl9pPr marL="0" indent="0">
              <a:spcBef>
                <a:spcPts val="0"/>
              </a:spcBef>
              <a:buNone/>
              <a:defRPr sz="6000" cap="all" baseline="0">
                <a:solidFill>
                  <a:schemeClr val="bg1"/>
                </a:solidFill>
                <a:latin typeface="+mj-lt"/>
              </a:defRPr>
            </a:lvl9pPr>
          </a:lstStyle>
          <a:p>
            <a:pPr lvl="0"/>
            <a:r>
              <a:rPr lang="en-US" dirty="0" smtClean="0"/>
              <a:t>Heading</a:t>
            </a:r>
            <a:endParaRPr lang="en-US" dirty="0"/>
          </a:p>
        </p:txBody>
      </p:sp>
      <p:sp>
        <p:nvSpPr>
          <p:cNvPr id="30" name="Content Placeholder 17"/>
          <p:cNvSpPr>
            <a:spLocks noGrp="1"/>
          </p:cNvSpPr>
          <p:nvPr>
            <p:ph sz="quarter" idx="35" hasCustomPrompt="1"/>
          </p:nvPr>
        </p:nvSpPr>
        <p:spPr>
          <a:xfrm>
            <a:off x="29900880" y="27057096"/>
            <a:ext cx="12801600" cy="4572000"/>
          </a:xfrm>
        </p:spPr>
        <p:txBody>
          <a:bodyPr lIns="365760" tIns="182880"/>
          <a:lstStyle>
            <a:lvl1pPr>
              <a:defRPr baseline="0"/>
            </a:lvl1pPr>
            <a:lvl5pPr>
              <a:defRPr/>
            </a:lvl5pPr>
            <a:lvl6pPr>
              <a:defRPr/>
            </a:lvl6pPr>
            <a:lvl7pPr>
              <a:defRPr/>
            </a:lvl7pPr>
            <a:lvl8pPr>
              <a:defRPr/>
            </a:lvl8pPr>
            <a:lvl9pPr>
              <a:defRPr/>
            </a:lvl9pPr>
          </a:lstStyle>
          <a:p>
            <a:pPr lvl="0"/>
            <a:r>
              <a:rPr lang="en-US" dirty="0" smtClean="0"/>
              <a:t>Use this placeholder to add text or other content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a:p>
            <a:pPr lvl="5"/>
            <a:r>
              <a:rPr lang="en-US" dirty="0" smtClean="0"/>
              <a:t>Six</a:t>
            </a:r>
          </a:p>
          <a:p>
            <a:pPr lvl="6"/>
            <a:r>
              <a:rPr lang="en-US" dirty="0" smtClean="0"/>
              <a:t>Seven</a:t>
            </a:r>
          </a:p>
          <a:p>
            <a:pPr lvl="7"/>
            <a:r>
              <a:rPr lang="en-US" dirty="0" smtClean="0"/>
              <a:t>Eight</a:t>
            </a:r>
          </a:p>
          <a:p>
            <a:pPr lvl="8"/>
            <a:r>
              <a:rPr lang="en-US" dirty="0" smtClean="0"/>
              <a:t>Nine</a:t>
            </a:r>
            <a:endParaRPr lang="en-US" dirty="0"/>
          </a:p>
        </p:txBody>
      </p:sp>
      <p:sp>
        <p:nvSpPr>
          <p:cNvPr id="32" name="Instructions"/>
          <p:cNvSpPr/>
          <p:nvPr userDrawn="1"/>
        </p:nvSpPr>
        <p:spPr>
          <a:xfrm>
            <a:off x="43891200" y="2552699"/>
            <a:ext cx="12447270" cy="329184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74320" rIns="274320" rtlCol="0" anchor="t"/>
          <a:lstStyle/>
          <a:p>
            <a:pPr lvl="0">
              <a:spcBef>
                <a:spcPts val="1200"/>
              </a:spcBef>
            </a:pPr>
            <a:r>
              <a:rPr sz="9600" dirty="0">
                <a:solidFill>
                  <a:prstClr val="white">
                    <a:lumMod val="50000"/>
                  </a:prstClr>
                </a:solidFill>
                <a:latin typeface="Calibri Light" panose="020F0302020204030204" pitchFamily="34" charset="0"/>
                <a:cs typeface="Calibri" panose="020F0502020204030204" pitchFamily="34" charset="0"/>
              </a:rPr>
              <a:t>Printing:</a:t>
            </a:r>
          </a:p>
          <a:p>
            <a:pPr lvl="0">
              <a:spcBef>
                <a:spcPts val="1200"/>
              </a:spcBef>
            </a:pPr>
            <a:r>
              <a:rPr lang="en-US" sz="6600" dirty="0" smtClean="0">
                <a:solidFill>
                  <a:prstClr val="white">
                    <a:lumMod val="50000"/>
                  </a:prstClr>
                </a:solidFill>
                <a:latin typeface="Calibri Light" panose="020F0302020204030204" pitchFamily="34" charset="0"/>
                <a:cs typeface="Calibri" panose="020F0502020204030204" pitchFamily="34" charset="0"/>
              </a:rPr>
              <a:t>This poster is 48” wide by 36” high. It’s designed to be printed on a large-format printer.</a:t>
            </a:r>
          </a:p>
          <a:p>
            <a:pPr lvl="0">
              <a:spcBef>
                <a:spcPts val="300"/>
              </a:spcBef>
            </a:pPr>
            <a:endParaRPr sz="6000" dirty="0">
              <a:solidFill>
                <a:prstClr val="white">
                  <a:lumMod val="50000"/>
                </a:prstClr>
              </a:solidFill>
              <a:latin typeface="Calibri Light" panose="020F0302020204030204" pitchFamily="34" charset="0"/>
              <a:cs typeface="Calibri" panose="020F0502020204030204" pitchFamily="34" charset="0"/>
            </a:endParaRPr>
          </a:p>
          <a:p>
            <a:pPr lvl="0">
              <a:spcBef>
                <a:spcPts val="1200"/>
              </a:spcBef>
            </a:pPr>
            <a:r>
              <a:rPr sz="8800" dirty="0">
                <a:solidFill>
                  <a:prstClr val="white">
                    <a:lumMod val="50000"/>
                  </a:prstClr>
                </a:solidFill>
                <a:latin typeface="Calibri Light" panose="020F0302020204030204" pitchFamily="34" charset="0"/>
                <a:cs typeface="Calibri" panose="020F0502020204030204" pitchFamily="34" charset="0"/>
              </a:rPr>
              <a:t>Customizing the Content:</a:t>
            </a:r>
          </a:p>
          <a:p>
            <a:pPr lvl="0">
              <a:spcBef>
                <a:spcPts val="1200"/>
              </a:spcBef>
            </a:pPr>
            <a:r>
              <a:rPr sz="6600" dirty="0">
                <a:solidFill>
                  <a:prstClr val="white">
                    <a:lumMod val="50000"/>
                  </a:prstClr>
                </a:solidFill>
                <a:latin typeface="Calibri Light" panose="020F0302020204030204" pitchFamily="34" charset="0"/>
                <a:cs typeface="Calibri" panose="020F0502020204030204" pitchFamily="34" charset="0"/>
              </a:rPr>
              <a:t>The placeholders in this </a:t>
            </a:r>
            <a:r>
              <a:rPr lang="en-US" sz="6600" dirty="0" smtClean="0">
                <a:solidFill>
                  <a:prstClr val="white">
                    <a:lumMod val="50000"/>
                  </a:prstClr>
                </a:solidFill>
                <a:latin typeface="Calibri Light" panose="020F0302020204030204" pitchFamily="34" charset="0"/>
                <a:cs typeface="Calibri" panose="020F0502020204030204" pitchFamily="34" charset="0"/>
              </a:rPr>
              <a:t>poster </a:t>
            </a:r>
            <a:r>
              <a:rPr sz="6600" dirty="0" smtClean="0">
                <a:solidFill>
                  <a:prstClr val="white">
                    <a:lumMod val="50000"/>
                  </a:prstClr>
                </a:solidFill>
                <a:latin typeface="Calibri Light" panose="020F0302020204030204" pitchFamily="34" charset="0"/>
                <a:cs typeface="Calibri" panose="020F0502020204030204" pitchFamily="34" charset="0"/>
              </a:rPr>
              <a:t>are </a:t>
            </a:r>
            <a:r>
              <a:rPr sz="6600" dirty="0">
                <a:solidFill>
                  <a:prstClr val="white">
                    <a:lumMod val="50000"/>
                  </a:prstClr>
                </a:solidFill>
                <a:latin typeface="Calibri Light" panose="020F0302020204030204" pitchFamily="34" charset="0"/>
                <a:cs typeface="Calibri" panose="020F0502020204030204" pitchFamily="34" charset="0"/>
              </a:rPr>
              <a:t>formatted for you. </a:t>
            </a:r>
            <a:r>
              <a:rPr lang="en-US" sz="6600" dirty="0" smtClean="0">
                <a:solidFill>
                  <a:prstClr val="white">
                    <a:lumMod val="50000"/>
                  </a:prstClr>
                </a:solidFill>
                <a:latin typeface="Calibri Light" panose="020F0302020204030204" pitchFamily="34" charset="0"/>
                <a:cs typeface="Calibri" panose="020F0502020204030204" pitchFamily="34" charset="0"/>
              </a:rPr>
              <a:t>Type</a:t>
            </a:r>
            <a:r>
              <a:rPr lang="en-US" sz="6600" baseline="0" dirty="0" smtClean="0">
                <a:solidFill>
                  <a:prstClr val="white">
                    <a:lumMod val="50000"/>
                  </a:prstClr>
                </a:solidFill>
                <a:latin typeface="Calibri Light" panose="020F0302020204030204" pitchFamily="34" charset="0"/>
                <a:cs typeface="Calibri" panose="020F0502020204030204" pitchFamily="34" charset="0"/>
              </a:rPr>
              <a:t> in the placeholders </a:t>
            </a:r>
            <a:r>
              <a:rPr lang="en-US" sz="6600" dirty="0" smtClean="0">
                <a:solidFill>
                  <a:prstClr val="white">
                    <a:lumMod val="50000"/>
                  </a:prstClr>
                </a:solidFill>
                <a:latin typeface="Calibri Light" panose="020F0302020204030204" pitchFamily="34" charset="0"/>
                <a:cs typeface="Calibri" panose="020F0502020204030204" pitchFamily="34" charset="0"/>
              </a:rPr>
              <a:t>to add text, or c</a:t>
            </a:r>
            <a:r>
              <a:rPr lang="en-US" sz="6600" baseline="0" dirty="0" smtClean="0">
                <a:solidFill>
                  <a:prstClr val="white">
                    <a:lumMod val="50000"/>
                  </a:prstClr>
                </a:solidFill>
                <a:latin typeface="Calibri Light" panose="020F0302020204030204" pitchFamily="34" charset="0"/>
                <a:cs typeface="Calibri" panose="020F0502020204030204" pitchFamily="34" charset="0"/>
              </a:rPr>
              <a:t>lick an icon to add a table, chart, SmartArt graphic, picture or multimedia file.</a:t>
            </a:r>
          </a:p>
          <a:p>
            <a:pPr lvl="0">
              <a:spcBef>
                <a:spcPts val="2400"/>
              </a:spcBef>
            </a:pPr>
            <a:r>
              <a:rPr lang="en-US" sz="6600" dirty="0" smtClean="0">
                <a:solidFill>
                  <a:prstClr val="white">
                    <a:lumMod val="50000"/>
                  </a:prstClr>
                </a:solidFill>
                <a:latin typeface="Calibri Light" panose="020F0302020204030204" pitchFamily="34" charset="0"/>
                <a:cs typeface="Calibri" panose="020F0502020204030204" pitchFamily="34" charset="0"/>
              </a:rPr>
              <a:t>T</a:t>
            </a:r>
            <a:r>
              <a:rPr sz="6600" dirty="0" smtClean="0">
                <a:solidFill>
                  <a:prstClr val="white">
                    <a:lumMod val="50000"/>
                  </a:prstClr>
                </a:solidFill>
                <a:latin typeface="Calibri Light" panose="020F0302020204030204" pitchFamily="34" charset="0"/>
                <a:cs typeface="Calibri" panose="020F0502020204030204" pitchFamily="34" charset="0"/>
              </a:rPr>
              <a:t>o </a:t>
            </a:r>
            <a:r>
              <a:rPr sz="6600" dirty="0">
                <a:solidFill>
                  <a:prstClr val="white">
                    <a:lumMod val="50000"/>
                  </a:prstClr>
                </a:solidFill>
                <a:latin typeface="Calibri Light" panose="020F0302020204030204" pitchFamily="34" charset="0"/>
                <a:cs typeface="Calibri" panose="020F0502020204030204" pitchFamily="34" charset="0"/>
              </a:rPr>
              <a:t>add or remove bullet points from text, just click the Bullets button on the Home tab.</a:t>
            </a:r>
          </a:p>
          <a:p>
            <a:pPr lvl="0">
              <a:spcBef>
                <a:spcPts val="2400"/>
              </a:spcBef>
            </a:pPr>
            <a:r>
              <a:rPr sz="6600" dirty="0">
                <a:solidFill>
                  <a:prstClr val="white">
                    <a:lumMod val="50000"/>
                  </a:prstClr>
                </a:solidFill>
                <a:latin typeface="Calibri Light" panose="020F0302020204030204" pitchFamily="34" charset="0"/>
                <a:cs typeface="Calibri" panose="020F0502020204030204" pitchFamily="34" charset="0"/>
              </a:rPr>
              <a:t>If you need more placeholders for titles, </a:t>
            </a:r>
            <a:r>
              <a:rPr lang="en-US" sz="6600" dirty="0" smtClean="0">
                <a:solidFill>
                  <a:prstClr val="white">
                    <a:lumMod val="50000"/>
                  </a:prstClr>
                </a:solidFill>
                <a:latin typeface="Calibri Light" panose="020F0302020204030204" pitchFamily="34" charset="0"/>
                <a:cs typeface="Calibri" panose="020F0502020204030204" pitchFamily="34" charset="0"/>
              </a:rPr>
              <a:t>content</a:t>
            </a:r>
            <a:r>
              <a:rPr sz="6600" dirty="0" smtClean="0">
                <a:solidFill>
                  <a:prstClr val="white">
                    <a:lumMod val="50000"/>
                  </a:prstClr>
                </a:solidFill>
                <a:latin typeface="Calibri Light" panose="020F0302020204030204" pitchFamily="34" charset="0"/>
                <a:cs typeface="Calibri" panose="020F0502020204030204" pitchFamily="34" charset="0"/>
              </a:rPr>
              <a:t> </a:t>
            </a:r>
            <a:r>
              <a:rPr sz="6600" dirty="0">
                <a:solidFill>
                  <a:prstClr val="white">
                    <a:lumMod val="50000"/>
                  </a:prstClr>
                </a:solidFill>
                <a:latin typeface="Calibri Light" panose="020F0302020204030204" pitchFamily="34" charset="0"/>
                <a:cs typeface="Calibri" panose="020F0502020204030204" pitchFamily="34" charset="0"/>
              </a:rPr>
              <a:t>or body text, just make a copy of what you need and drag it into place. PowerPoint’s Smart Guides will help you align it with everything else.</a:t>
            </a:r>
          </a:p>
          <a:p>
            <a:pPr lvl="0">
              <a:spcBef>
                <a:spcPts val="2400"/>
              </a:spcBef>
            </a:pPr>
            <a:r>
              <a:rPr sz="6600" dirty="0">
                <a:solidFill>
                  <a:prstClr val="white">
                    <a:lumMod val="50000"/>
                  </a:prstClr>
                </a:solidFill>
                <a:latin typeface="Calibri Light" panose="020F0302020204030204" pitchFamily="34" charset="0"/>
                <a:cs typeface="Calibri" panose="020F0502020204030204" pitchFamily="34" charset="0"/>
              </a:rPr>
              <a:t>Want to use your own pictures instead of ours? No problem! Just </a:t>
            </a:r>
            <a:r>
              <a:rPr lang="en-US" sz="6600" dirty="0" smtClean="0">
                <a:solidFill>
                  <a:prstClr val="white">
                    <a:lumMod val="50000"/>
                  </a:prstClr>
                </a:solidFill>
                <a:latin typeface="Calibri Light" panose="020F0302020204030204" pitchFamily="34" charset="0"/>
                <a:cs typeface="Calibri" panose="020F0502020204030204" pitchFamily="34" charset="0"/>
              </a:rPr>
              <a:t>right-</a:t>
            </a:r>
            <a:r>
              <a:rPr sz="6600" dirty="0" smtClean="0">
                <a:solidFill>
                  <a:prstClr val="white">
                    <a:lumMod val="50000"/>
                  </a:prstClr>
                </a:solidFill>
                <a:latin typeface="Calibri Light" panose="020F0302020204030204" pitchFamily="34" charset="0"/>
                <a:cs typeface="Calibri" panose="020F0502020204030204" pitchFamily="34" charset="0"/>
              </a:rPr>
              <a:t>click </a:t>
            </a:r>
            <a:r>
              <a:rPr sz="6600" dirty="0">
                <a:solidFill>
                  <a:prstClr val="white">
                    <a:lumMod val="50000"/>
                  </a:prstClr>
                </a:solidFill>
                <a:latin typeface="Calibri Light" panose="020F0302020204030204" pitchFamily="34" charset="0"/>
                <a:cs typeface="Calibri" panose="020F0502020204030204" pitchFamily="34" charset="0"/>
              </a:rPr>
              <a:t>a </a:t>
            </a:r>
            <a:r>
              <a:rPr sz="6600" dirty="0" smtClean="0">
                <a:solidFill>
                  <a:prstClr val="white">
                    <a:lumMod val="50000"/>
                  </a:prstClr>
                </a:solidFill>
                <a:latin typeface="Calibri Light" panose="020F0302020204030204" pitchFamily="34" charset="0"/>
                <a:cs typeface="Calibri" panose="020F0502020204030204" pitchFamily="34" charset="0"/>
              </a:rPr>
              <a:t>picture</a:t>
            </a:r>
            <a:r>
              <a:rPr lang="en-US" sz="6600" dirty="0" smtClean="0">
                <a:solidFill>
                  <a:prstClr val="white">
                    <a:lumMod val="50000"/>
                  </a:prstClr>
                </a:solidFill>
                <a:latin typeface="Calibri Light" panose="020F0302020204030204" pitchFamily="34" charset="0"/>
                <a:cs typeface="Calibri" panose="020F0502020204030204" pitchFamily="34" charset="0"/>
              </a:rPr>
              <a:t> and choose Change Picture. Maintain the</a:t>
            </a:r>
            <a:r>
              <a:rPr lang="en-US" sz="6600" baseline="0" dirty="0" smtClean="0">
                <a:solidFill>
                  <a:prstClr val="white">
                    <a:lumMod val="50000"/>
                  </a:prstClr>
                </a:solidFill>
                <a:latin typeface="Calibri Light" panose="020F0302020204030204" pitchFamily="34" charset="0"/>
                <a:cs typeface="Calibri" panose="020F0502020204030204" pitchFamily="34" charset="0"/>
              </a:rPr>
              <a:t> proportion of pictures as you r</a:t>
            </a:r>
            <a:r>
              <a:rPr lang="en-US" sz="6600" dirty="0" smtClean="0">
                <a:solidFill>
                  <a:prstClr val="white">
                    <a:lumMod val="50000"/>
                  </a:prstClr>
                </a:solidFill>
                <a:latin typeface="Calibri Light" panose="020F0302020204030204" pitchFamily="34" charset="0"/>
                <a:cs typeface="Calibri" panose="020F0502020204030204" pitchFamily="34" charset="0"/>
              </a:rPr>
              <a:t>esize</a:t>
            </a:r>
            <a:r>
              <a:rPr lang="en-US" sz="6600" baseline="0" dirty="0" smtClean="0">
                <a:solidFill>
                  <a:prstClr val="white">
                    <a:lumMod val="50000"/>
                  </a:prstClr>
                </a:solidFill>
                <a:latin typeface="Calibri Light" panose="020F0302020204030204" pitchFamily="34" charset="0"/>
                <a:cs typeface="Calibri" panose="020F0502020204030204" pitchFamily="34" charset="0"/>
              </a:rPr>
              <a:t> by dragging a corner.</a:t>
            </a:r>
            <a:endParaRPr sz="6600" dirty="0">
              <a:solidFill>
                <a:prstClr val="white">
                  <a:lumMod val="50000"/>
                </a:prstClr>
              </a:solidFill>
              <a:latin typeface="Calibri Light" panose="020F0302020204030204" pitchFamily="34" charset="0"/>
              <a:cs typeface="Calibri" panose="020F0502020204030204" pitchFamily="34" charset="0"/>
            </a:endParaRPr>
          </a:p>
        </p:txBody>
      </p:sp>
    </p:spTree>
    <p:extLst>
      <p:ext uri="{BB962C8B-B14F-4D97-AF65-F5344CB8AC3E}">
        <p14:creationId xmlns:p14="http://schemas.microsoft.com/office/powerpoint/2010/main" val="145907722"/>
      </p:ext>
    </p:extLst>
  </p:cSld>
  <p:clrMapOvr>
    <a:masterClrMapping/>
  </p:clrMapOvr>
  <p:extLst mod="1">
    <p:ext uri="{DCECCB84-F9BA-43D5-87BE-67443E8EF086}">
      <p15:sldGuideLst xmlns:p15="http://schemas.microsoft.com/office/powerpoint/2012/main">
        <p15:guide id="1" pos="9168" userDrawn="1">
          <p15:clr>
            <a:srgbClr val="A4A3A4"/>
          </p15:clr>
        </p15:guide>
        <p15:guide id="2" pos="18480" userDrawn="1">
          <p15:clr>
            <a:srgbClr val="A4A3A4"/>
          </p15:clr>
        </p15:guide>
      </p15:sldGuideLst>
    </p:ext>
  </p:extLs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bwMode="invGray">
          <a:xfrm>
            <a:off x="0" y="0"/>
            <a:ext cx="43891200" cy="50292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bwMode="auto">
          <a:xfrm>
            <a:off x="6400800" y="990600"/>
            <a:ext cx="31089600" cy="2514540"/>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400800" y="6019800"/>
            <a:ext cx="31089600" cy="23629622"/>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143000" y="32114698"/>
            <a:ext cx="9875520" cy="457200"/>
          </a:xfrm>
          <a:prstGeom prst="rect">
            <a:avLst/>
          </a:prstGeom>
        </p:spPr>
        <p:txBody>
          <a:bodyPr vert="horz" lIns="91440" tIns="45720" rIns="91440" bIns="45720" rtlCol="0" anchor="ctr"/>
          <a:lstStyle>
            <a:lvl1pPr algn="l">
              <a:defRPr sz="1600">
                <a:solidFill>
                  <a:schemeClr val="tx1">
                    <a:tint val="75000"/>
                  </a:schemeClr>
                </a:solidFill>
              </a:defRPr>
            </a:lvl1pPr>
          </a:lstStyle>
          <a:p>
            <a:fld id="{ECAA57DF-1C19-4726-AB84-014692BAD8F5}" type="datetimeFigureOut">
              <a:rPr lang="en-US" smtClean="0"/>
              <a:pPr/>
              <a:t>4/27/2016</a:t>
            </a:fld>
            <a:endParaRPr lang="en-US"/>
          </a:p>
        </p:txBody>
      </p:sp>
      <p:sp>
        <p:nvSpPr>
          <p:cNvPr id="5" name="Footer Placeholder 4"/>
          <p:cNvSpPr>
            <a:spLocks noGrp="1"/>
          </p:cNvSpPr>
          <p:nvPr>
            <p:ph type="ftr" sz="quarter" idx="3"/>
          </p:nvPr>
        </p:nvSpPr>
        <p:spPr>
          <a:xfrm>
            <a:off x="11018520" y="32114698"/>
            <a:ext cx="21854160" cy="457200"/>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32872680" y="32114698"/>
            <a:ext cx="9875520" cy="457200"/>
          </a:xfrm>
          <a:prstGeom prst="rect">
            <a:avLst/>
          </a:prstGeom>
        </p:spPr>
        <p:txBody>
          <a:bodyPr vert="horz" lIns="91440" tIns="45720" rIns="91440" bIns="45720" rtlCol="0" anchor="ctr"/>
          <a:lstStyle>
            <a:lvl1pPr algn="r">
              <a:defRPr sz="1600">
                <a:solidFill>
                  <a:schemeClr val="tx1">
                    <a:tint val="75000"/>
                  </a:schemeClr>
                </a:solidFill>
              </a:defRPr>
            </a:lvl1pPr>
          </a:lstStyle>
          <a:p>
            <a:fld id="{91B4C631-C489-4C11-812F-2172FBEAE82B}" type="slidenum">
              <a:rPr lang="en-US" smtClean="0"/>
              <a:pPr/>
              <a:t>‹#›</a:t>
            </a:fld>
            <a:endParaRPr lang="en-US"/>
          </a:p>
        </p:txBody>
      </p:sp>
    </p:spTree>
    <p:extLst>
      <p:ext uri="{BB962C8B-B14F-4D97-AF65-F5344CB8AC3E}">
        <p14:creationId xmlns:p14="http://schemas.microsoft.com/office/powerpoint/2010/main" val="2508807471"/>
      </p:ext>
    </p:extLst>
  </p:cSld>
  <p:clrMap bg1="lt1" tx1="dk1" bg2="lt2" tx2="dk2" accent1="accent1" accent2="accent2" accent3="accent3" accent4="accent4" accent5="accent5" accent6="accent6" hlink="hlink" folHlink="folHlink"/>
  <p:sldLayoutIdLst>
    <p:sldLayoutId id="2147483672" r:id="rId1"/>
  </p:sldLayoutIdLst>
  <p:txStyles>
    <p:titleStyle>
      <a:lvl1pPr algn="l" defTabSz="4389120" rtl="0" eaLnBrk="1" latinLnBrk="0" hangingPunct="1">
        <a:lnSpc>
          <a:spcPct val="90000"/>
        </a:lnSpc>
        <a:spcBef>
          <a:spcPct val="0"/>
        </a:spcBef>
        <a:buNone/>
        <a:defRPr sz="8800" b="1" kern="1200">
          <a:solidFill>
            <a:schemeClr val="bg1"/>
          </a:solidFill>
          <a:latin typeface="+mj-lt"/>
          <a:ea typeface="+mj-ea"/>
          <a:cs typeface="+mj-cs"/>
        </a:defRPr>
      </a:lvl1pPr>
    </p:titleStyle>
    <p:bodyStyle>
      <a:lvl1pPr marL="457200" indent="-457200" algn="l" defTabSz="4389120" rtl="0" eaLnBrk="1" latinLnBrk="0" hangingPunct="1">
        <a:lnSpc>
          <a:spcPct val="100000"/>
        </a:lnSpc>
        <a:spcBef>
          <a:spcPts val="1200"/>
        </a:spcBef>
        <a:buClr>
          <a:schemeClr val="accent2"/>
        </a:buClr>
        <a:buFont typeface="Arial" panose="020B0604020202020204" pitchFamily="34" charset="0"/>
        <a:buChar char="•"/>
        <a:defRPr sz="2800" kern="1200">
          <a:solidFill>
            <a:schemeClr val="tx1"/>
          </a:solidFill>
          <a:latin typeface="+mn-lt"/>
          <a:ea typeface="+mn-ea"/>
          <a:cs typeface="+mn-cs"/>
        </a:defRPr>
      </a:lvl1pPr>
      <a:lvl2pPr marL="1097280" indent="-457200" algn="l" defTabSz="4389120" rtl="0" eaLnBrk="1" latinLnBrk="0" hangingPunct="1">
        <a:lnSpc>
          <a:spcPct val="100000"/>
        </a:lnSpc>
        <a:spcBef>
          <a:spcPts val="12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097280" indent="-457200" algn="l" defTabSz="4389120" rtl="0" eaLnBrk="1" latinLnBrk="0" hangingPunct="1">
        <a:lnSpc>
          <a:spcPct val="100000"/>
        </a:lnSpc>
        <a:spcBef>
          <a:spcPts val="1200"/>
        </a:spcBef>
        <a:buClr>
          <a:schemeClr val="accent2"/>
        </a:buClr>
        <a:buFont typeface="Arial" panose="020B0604020202020204" pitchFamily="34" charset="0"/>
        <a:buChar char="•"/>
        <a:defRPr sz="2400" kern="1200">
          <a:solidFill>
            <a:schemeClr val="tx1"/>
          </a:solidFill>
          <a:latin typeface="+mn-lt"/>
          <a:ea typeface="+mn-ea"/>
          <a:cs typeface="+mn-cs"/>
        </a:defRPr>
      </a:lvl3pPr>
      <a:lvl4pPr marL="1097280" indent="-457200" algn="l" defTabSz="4389120" rtl="0" eaLnBrk="1" latinLnBrk="0" hangingPunct="1">
        <a:lnSpc>
          <a:spcPct val="100000"/>
        </a:lnSpc>
        <a:spcBef>
          <a:spcPts val="1200"/>
        </a:spcBef>
        <a:buClr>
          <a:schemeClr val="accent2"/>
        </a:buClr>
        <a:buFont typeface="Arial" panose="020B0604020202020204" pitchFamily="34" charset="0"/>
        <a:buChar char="•"/>
        <a:defRPr sz="2400" kern="1200">
          <a:solidFill>
            <a:schemeClr val="tx1"/>
          </a:solidFill>
          <a:latin typeface="+mn-lt"/>
          <a:ea typeface="+mn-ea"/>
          <a:cs typeface="+mn-cs"/>
        </a:defRPr>
      </a:lvl4pPr>
      <a:lvl5pPr marL="1097280" indent="-457200" algn="l" defTabSz="4389120" rtl="0" eaLnBrk="1" latinLnBrk="0" hangingPunct="1">
        <a:lnSpc>
          <a:spcPct val="100000"/>
        </a:lnSpc>
        <a:spcBef>
          <a:spcPts val="1200"/>
        </a:spcBef>
        <a:buClr>
          <a:schemeClr val="accent2"/>
        </a:buClr>
        <a:buFont typeface="Arial" panose="020B0604020202020204" pitchFamily="34" charset="0"/>
        <a:buChar char="•"/>
        <a:defRPr sz="2400" kern="1200">
          <a:solidFill>
            <a:schemeClr val="tx1"/>
          </a:solidFill>
          <a:latin typeface="+mn-lt"/>
          <a:ea typeface="+mn-ea"/>
          <a:cs typeface="+mn-cs"/>
        </a:defRPr>
      </a:lvl5pPr>
      <a:lvl6pPr marL="1097280" indent="-457200" algn="l" defTabSz="4389120" rtl="0" eaLnBrk="1" latinLnBrk="0" hangingPunct="1">
        <a:lnSpc>
          <a:spcPct val="100000"/>
        </a:lnSpc>
        <a:spcBef>
          <a:spcPts val="1200"/>
        </a:spcBef>
        <a:buClr>
          <a:schemeClr val="accent2"/>
        </a:buClr>
        <a:buFont typeface="Arial" panose="020B0604020202020204" pitchFamily="34" charset="0"/>
        <a:buChar char="•"/>
        <a:defRPr sz="2400" kern="1200">
          <a:solidFill>
            <a:schemeClr val="tx1"/>
          </a:solidFill>
          <a:latin typeface="+mn-lt"/>
          <a:ea typeface="+mn-ea"/>
          <a:cs typeface="+mn-cs"/>
        </a:defRPr>
      </a:lvl6pPr>
      <a:lvl7pPr marL="1097280" indent="-457200" algn="l" defTabSz="4389120" rtl="0" eaLnBrk="1" latinLnBrk="0" hangingPunct="1">
        <a:lnSpc>
          <a:spcPct val="100000"/>
        </a:lnSpc>
        <a:spcBef>
          <a:spcPts val="1200"/>
        </a:spcBef>
        <a:buClr>
          <a:schemeClr val="accent2"/>
        </a:buClr>
        <a:buFont typeface="Arial" panose="020B0604020202020204" pitchFamily="34" charset="0"/>
        <a:buChar char="•"/>
        <a:defRPr sz="2400" kern="1200">
          <a:solidFill>
            <a:schemeClr val="tx1"/>
          </a:solidFill>
          <a:latin typeface="+mn-lt"/>
          <a:ea typeface="+mn-ea"/>
          <a:cs typeface="+mn-cs"/>
        </a:defRPr>
      </a:lvl7pPr>
      <a:lvl8pPr marL="1097280" indent="-457200" algn="l" defTabSz="4389120" rtl="0" eaLnBrk="1" latinLnBrk="0" hangingPunct="1">
        <a:lnSpc>
          <a:spcPct val="100000"/>
        </a:lnSpc>
        <a:spcBef>
          <a:spcPts val="1200"/>
        </a:spcBef>
        <a:buClr>
          <a:schemeClr val="accent2"/>
        </a:buClr>
        <a:buFont typeface="Arial" panose="020B0604020202020204" pitchFamily="34" charset="0"/>
        <a:buChar char="•"/>
        <a:defRPr sz="2400" kern="1200">
          <a:solidFill>
            <a:schemeClr val="tx1"/>
          </a:solidFill>
          <a:latin typeface="+mn-lt"/>
          <a:ea typeface="+mn-ea"/>
          <a:cs typeface="+mn-cs"/>
        </a:defRPr>
      </a:lvl8pPr>
      <a:lvl9pPr marL="1097280" indent="-457200" algn="l" defTabSz="4389120" rtl="0" eaLnBrk="1" latinLnBrk="0" hangingPunct="1">
        <a:lnSpc>
          <a:spcPct val="100000"/>
        </a:lnSpc>
        <a:spcBef>
          <a:spcPts val="1200"/>
        </a:spcBef>
        <a:buClr>
          <a:schemeClr val="accent2"/>
        </a:buClr>
        <a:buFont typeface="Arial" panose="020B0604020202020204" pitchFamily="34" charset="0"/>
        <a:buChar char="•"/>
        <a:defRPr sz="2400" kern="1200">
          <a:solidFill>
            <a:schemeClr val="tx1"/>
          </a:solidFill>
          <a:latin typeface="+mn-lt"/>
          <a:ea typeface="+mn-ea"/>
          <a:cs typeface="+mn-cs"/>
        </a:defRPr>
      </a:lvl9pPr>
    </p:bodyStyle>
    <p:otherStyle>
      <a:defPPr>
        <a:defRPr lang="en-US"/>
      </a:defPPr>
      <a:lvl1pPr marL="0" algn="l" defTabSz="4389120" rtl="0" eaLnBrk="1" latinLnBrk="0" hangingPunct="1">
        <a:defRPr sz="8640" kern="1200">
          <a:solidFill>
            <a:schemeClr val="tx1"/>
          </a:solidFill>
          <a:latin typeface="+mn-lt"/>
          <a:ea typeface="+mn-ea"/>
          <a:cs typeface="+mn-cs"/>
        </a:defRPr>
      </a:lvl1pPr>
      <a:lvl2pPr marL="2194560" algn="l" defTabSz="4389120" rtl="0" eaLnBrk="1" latinLnBrk="0" hangingPunct="1">
        <a:defRPr sz="8640" kern="1200">
          <a:solidFill>
            <a:schemeClr val="tx1"/>
          </a:solidFill>
          <a:latin typeface="+mn-lt"/>
          <a:ea typeface="+mn-ea"/>
          <a:cs typeface="+mn-cs"/>
        </a:defRPr>
      </a:lvl2pPr>
      <a:lvl3pPr marL="4389120" algn="l" defTabSz="4389120" rtl="0" eaLnBrk="1" latinLnBrk="0" hangingPunct="1">
        <a:defRPr sz="8640" kern="1200">
          <a:solidFill>
            <a:schemeClr val="tx1"/>
          </a:solidFill>
          <a:latin typeface="+mn-lt"/>
          <a:ea typeface="+mn-ea"/>
          <a:cs typeface="+mn-cs"/>
        </a:defRPr>
      </a:lvl3pPr>
      <a:lvl4pPr marL="6583680" algn="l" defTabSz="4389120" rtl="0" eaLnBrk="1" latinLnBrk="0" hangingPunct="1">
        <a:defRPr sz="8640" kern="1200">
          <a:solidFill>
            <a:schemeClr val="tx1"/>
          </a:solidFill>
          <a:latin typeface="+mn-lt"/>
          <a:ea typeface="+mn-ea"/>
          <a:cs typeface="+mn-cs"/>
        </a:defRPr>
      </a:lvl4pPr>
      <a:lvl5pPr marL="8778240" algn="l" defTabSz="4389120" rtl="0" eaLnBrk="1" latinLnBrk="0" hangingPunct="1">
        <a:defRPr sz="8640" kern="1200">
          <a:solidFill>
            <a:schemeClr val="tx1"/>
          </a:solidFill>
          <a:latin typeface="+mn-lt"/>
          <a:ea typeface="+mn-ea"/>
          <a:cs typeface="+mn-cs"/>
        </a:defRPr>
      </a:lvl5pPr>
      <a:lvl6pPr marL="10972800" algn="l" defTabSz="4389120" rtl="0" eaLnBrk="1" latinLnBrk="0" hangingPunct="1">
        <a:defRPr sz="8640" kern="1200">
          <a:solidFill>
            <a:schemeClr val="tx1"/>
          </a:solidFill>
          <a:latin typeface="+mn-lt"/>
          <a:ea typeface="+mn-ea"/>
          <a:cs typeface="+mn-cs"/>
        </a:defRPr>
      </a:lvl6pPr>
      <a:lvl7pPr marL="13167360" algn="l" defTabSz="4389120" rtl="0" eaLnBrk="1" latinLnBrk="0" hangingPunct="1">
        <a:defRPr sz="8640" kern="1200">
          <a:solidFill>
            <a:schemeClr val="tx1"/>
          </a:solidFill>
          <a:latin typeface="+mn-lt"/>
          <a:ea typeface="+mn-ea"/>
          <a:cs typeface="+mn-cs"/>
        </a:defRPr>
      </a:lvl7pPr>
      <a:lvl8pPr marL="15361920" algn="l" defTabSz="4389120" rtl="0" eaLnBrk="1" latinLnBrk="0" hangingPunct="1">
        <a:defRPr sz="8640" kern="1200">
          <a:solidFill>
            <a:schemeClr val="tx1"/>
          </a:solidFill>
          <a:latin typeface="+mn-lt"/>
          <a:ea typeface="+mn-ea"/>
          <a:cs typeface="+mn-cs"/>
        </a:defRPr>
      </a:lvl8pPr>
      <a:lvl9pPr marL="17556480" algn="l" defTabSz="4389120" rtl="0" eaLnBrk="1" latinLnBrk="0" hangingPunct="1">
        <a:defRPr sz="864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10368" userDrawn="1">
          <p15:clr>
            <a:srgbClr val="A4A3A4"/>
          </p15:clr>
        </p15:guide>
        <p15:guide id="2" pos="720" userDrawn="1">
          <p15:clr>
            <a:srgbClr val="A4A3A4"/>
          </p15:clr>
        </p15:guide>
        <p15:guide id="3" pos="26928" userDrawn="1">
          <p15:clr>
            <a:srgbClr val="A4A3A4"/>
          </p15:clr>
        </p15:guide>
        <p15:guide id="4" pos="13824" userDrawn="1">
          <p15:clr>
            <a:srgbClr val="A4A3A4"/>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26" Type="http://schemas.openxmlformats.org/officeDocument/2006/relationships/image" Target="../media/image15.emf"/><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jpg"/><Relationship Id="rId25" Type="http://schemas.openxmlformats.org/officeDocument/2006/relationships/image" Target="../media/image14.png"/><Relationship Id="rId33" Type="http://schemas.openxmlformats.org/officeDocument/2006/relationships/image" Target="../media/image23.png"/><Relationship Id="rId2" Type="http://schemas.openxmlformats.org/officeDocument/2006/relationships/image" Target="../media/image1.png"/><Relationship Id="rId29" Type="http://schemas.openxmlformats.org/officeDocument/2006/relationships/image" Target="../media/image18.emf"/><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0.png"/><Relationship Id="rId24" Type="http://schemas.openxmlformats.org/officeDocument/2006/relationships/image" Target="../media/image13.png"/><Relationship Id="rId32" Type="http://schemas.openxmlformats.org/officeDocument/2006/relationships/image" Target="../media/image22.jpg"/><Relationship Id="rId5" Type="http://schemas.openxmlformats.org/officeDocument/2006/relationships/image" Target="../media/image4.png"/><Relationship Id="rId23" Type="http://schemas.openxmlformats.org/officeDocument/2006/relationships/image" Target="../media/image12.png"/><Relationship Id="rId28" Type="http://schemas.openxmlformats.org/officeDocument/2006/relationships/image" Target="../media/image17.emf"/><Relationship Id="rId10" Type="http://schemas.openxmlformats.org/officeDocument/2006/relationships/image" Target="../media/image9.png"/><Relationship Id="rId31" Type="http://schemas.openxmlformats.org/officeDocument/2006/relationships/image" Target="../media/image21.png"/><Relationship Id="rId4" Type="http://schemas.openxmlformats.org/officeDocument/2006/relationships/image" Target="../media/image3.png"/><Relationship Id="rId9" Type="http://schemas.openxmlformats.org/officeDocument/2006/relationships/image" Target="../media/image8.png"/><Relationship Id="rId22" Type="http://schemas.openxmlformats.org/officeDocument/2006/relationships/image" Target="../media/image19.png"/><Relationship Id="rId27" Type="http://schemas.openxmlformats.org/officeDocument/2006/relationships/image" Target="../media/image16.png"/><Relationship Id="rId30"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690799" y="291511"/>
            <a:ext cx="34347707" cy="2595729"/>
          </a:xfrm>
        </p:spPr>
        <p:txBody>
          <a:bodyPr>
            <a:normAutofit/>
          </a:bodyPr>
          <a:lstStyle/>
          <a:p>
            <a:pPr algn="ctr"/>
            <a:r>
              <a:rPr lang="en-US" sz="8000" dirty="0" smtClean="0"/>
              <a:t>The Roles of Landuse and Centrality in Urban Land Productivity: An Empirical Study in Lafayette, Louisiana</a:t>
            </a:r>
            <a:endParaRPr lang="en-US" sz="8000" dirty="0"/>
          </a:p>
        </p:txBody>
      </p:sp>
      <p:sp>
        <p:nvSpPr>
          <p:cNvPr id="23" name="Text Placeholder 22"/>
          <p:cNvSpPr>
            <a:spLocks noGrp="1"/>
          </p:cNvSpPr>
          <p:nvPr>
            <p:ph type="body" sz="quarter" idx="36"/>
          </p:nvPr>
        </p:nvSpPr>
        <p:spPr>
          <a:xfrm>
            <a:off x="11406202" y="3098893"/>
            <a:ext cx="20916900" cy="1246632"/>
          </a:xfrm>
        </p:spPr>
        <p:txBody>
          <a:bodyPr/>
          <a:lstStyle/>
          <a:p>
            <a:pPr algn="ctr"/>
            <a:r>
              <a:rPr lang="en-US" sz="4500" dirty="0" smtClean="0">
                <a:latin typeface="+mj-lt"/>
              </a:rPr>
              <a:t>Savannah Cooley, Department of Economics, Clark University </a:t>
            </a:r>
          </a:p>
          <a:p>
            <a:pPr algn="ctr"/>
            <a:r>
              <a:rPr lang="en-US" sz="4500" dirty="0" smtClean="0">
                <a:latin typeface="+mj-lt"/>
              </a:rPr>
              <a:t>Joshua McCarty, Chief Analytics Researcher, Urban3</a:t>
            </a:r>
          </a:p>
          <a:p>
            <a:pPr algn="ctr"/>
            <a:endParaRPr lang="en-US" dirty="0"/>
          </a:p>
        </p:txBody>
      </p:sp>
      <p:sp>
        <p:nvSpPr>
          <p:cNvPr id="5" name="Text Placeholder 4"/>
          <p:cNvSpPr>
            <a:spLocks noGrp="1"/>
          </p:cNvSpPr>
          <p:nvPr>
            <p:ph type="body" sz="quarter" idx="13"/>
          </p:nvPr>
        </p:nvSpPr>
        <p:spPr>
          <a:xfrm>
            <a:off x="1142999" y="5421154"/>
            <a:ext cx="10861245" cy="1219200"/>
          </a:xfrm>
          <a:solidFill>
            <a:schemeClr val="accent5"/>
          </a:solidFill>
        </p:spPr>
        <p:txBody>
          <a:bodyPr/>
          <a:lstStyle/>
          <a:p>
            <a:r>
              <a:rPr lang="en-US" dirty="0" smtClean="0"/>
              <a:t>abstract</a:t>
            </a:r>
            <a:endParaRPr lang="en-US" dirty="0"/>
          </a:p>
        </p:txBody>
      </p:sp>
      <p:sp>
        <p:nvSpPr>
          <p:cNvPr id="7" name="Text Placeholder 6"/>
          <p:cNvSpPr>
            <a:spLocks noGrp="1"/>
          </p:cNvSpPr>
          <p:nvPr>
            <p:ph type="body" sz="quarter" idx="17"/>
          </p:nvPr>
        </p:nvSpPr>
        <p:spPr>
          <a:xfrm>
            <a:off x="1142999" y="14896235"/>
            <a:ext cx="10821229" cy="1219200"/>
          </a:xfrm>
          <a:solidFill>
            <a:schemeClr val="accent5"/>
          </a:solidFill>
        </p:spPr>
        <p:txBody>
          <a:bodyPr/>
          <a:lstStyle/>
          <a:p>
            <a:r>
              <a:rPr lang="en-US" dirty="0" smtClean="0"/>
              <a:t>Motivation</a:t>
            </a:r>
            <a:endParaRPr lang="en-US" dirty="0"/>
          </a:p>
        </p:txBody>
      </p:sp>
      <p:sp>
        <p:nvSpPr>
          <p:cNvPr id="8" name="Text Placeholder 7"/>
          <p:cNvSpPr>
            <a:spLocks noGrp="1"/>
          </p:cNvSpPr>
          <p:nvPr>
            <p:ph type="body" sz="quarter" idx="19"/>
          </p:nvPr>
        </p:nvSpPr>
        <p:spPr>
          <a:xfrm>
            <a:off x="1206114" y="25187439"/>
            <a:ext cx="10798130" cy="1219200"/>
          </a:xfrm>
          <a:solidFill>
            <a:schemeClr val="accent5"/>
          </a:solidFill>
        </p:spPr>
        <p:txBody>
          <a:bodyPr/>
          <a:lstStyle/>
          <a:p>
            <a:r>
              <a:rPr lang="en-US" dirty="0" smtClean="0"/>
              <a:t>Research question</a:t>
            </a:r>
            <a:endParaRPr lang="en-US" dirty="0"/>
          </a:p>
        </p:txBody>
      </p:sp>
      <p:sp>
        <p:nvSpPr>
          <p:cNvPr id="9" name="Text Placeholder 8"/>
          <p:cNvSpPr>
            <a:spLocks noGrp="1"/>
          </p:cNvSpPr>
          <p:nvPr>
            <p:ph type="body" sz="quarter" idx="21"/>
          </p:nvPr>
        </p:nvSpPr>
        <p:spPr>
          <a:xfrm>
            <a:off x="12361484" y="5420580"/>
            <a:ext cx="9673310" cy="1219200"/>
          </a:xfrm>
        </p:spPr>
        <p:txBody>
          <a:bodyPr/>
          <a:lstStyle/>
          <a:p>
            <a:r>
              <a:rPr lang="en-US" smtClean="0"/>
              <a:t>methods</a:t>
            </a:r>
            <a:endParaRPr lang="en-US" dirty="0"/>
          </a:p>
        </p:txBody>
      </p:sp>
      <p:sp>
        <p:nvSpPr>
          <p:cNvPr id="18" name="Text Placeholder 17"/>
          <p:cNvSpPr>
            <a:spLocks noGrp="1"/>
          </p:cNvSpPr>
          <p:nvPr>
            <p:ph type="body" sz="quarter" idx="31"/>
          </p:nvPr>
        </p:nvSpPr>
        <p:spPr>
          <a:xfrm>
            <a:off x="22359409" y="5450405"/>
            <a:ext cx="20805908" cy="1219200"/>
          </a:xfrm>
          <a:solidFill>
            <a:schemeClr val="accent5"/>
          </a:solidFill>
        </p:spPr>
        <p:txBody>
          <a:bodyPr/>
          <a:lstStyle/>
          <a:p>
            <a:r>
              <a:rPr lang="en-US" smtClean="0"/>
              <a:t>results</a:t>
            </a:r>
            <a:endParaRPr lang="en-US" dirty="0"/>
          </a:p>
        </p:txBody>
      </p:sp>
      <p:sp>
        <p:nvSpPr>
          <p:cNvPr id="21" name="Text Placeholder 20"/>
          <p:cNvSpPr>
            <a:spLocks noGrp="1"/>
          </p:cNvSpPr>
          <p:nvPr>
            <p:ph type="body" sz="quarter" idx="34"/>
          </p:nvPr>
        </p:nvSpPr>
        <p:spPr>
          <a:xfrm>
            <a:off x="27127177" y="26710583"/>
            <a:ext cx="16082620" cy="1219200"/>
          </a:xfrm>
          <a:solidFill>
            <a:schemeClr val="accent5"/>
          </a:solidFill>
        </p:spPr>
        <p:txBody>
          <a:bodyPr/>
          <a:lstStyle/>
          <a:p>
            <a:r>
              <a:rPr lang="en-US" dirty="0" smtClean="0"/>
              <a:t>Conclusions</a:t>
            </a:r>
            <a:endParaRPr lang="en-US" dirty="0"/>
          </a:p>
        </p:txBody>
      </p:sp>
      <p:pic>
        <p:nvPicPr>
          <p:cNvPr id="34" name="Picture 33"/>
          <p:cNvPicPr>
            <a:picLocks noChangeAspect="1"/>
          </p:cNvPicPr>
          <p:nvPr/>
        </p:nvPicPr>
        <p:blipFill>
          <a:blip r:embed="rId2"/>
          <a:stretch>
            <a:fillRect/>
          </a:stretch>
        </p:blipFill>
        <p:spPr>
          <a:xfrm>
            <a:off x="1183015" y="16427436"/>
            <a:ext cx="5058759" cy="3868182"/>
          </a:xfrm>
          <a:prstGeom prst="rect">
            <a:avLst/>
          </a:prstGeom>
        </p:spPr>
      </p:pic>
      <p:sp>
        <p:nvSpPr>
          <p:cNvPr id="10" name="TextBox 9"/>
          <p:cNvSpPr txBox="1"/>
          <p:nvPr/>
        </p:nvSpPr>
        <p:spPr>
          <a:xfrm>
            <a:off x="5528665" y="22107434"/>
            <a:ext cx="6566756" cy="2785378"/>
          </a:xfrm>
          <a:prstGeom prst="rect">
            <a:avLst/>
          </a:prstGeom>
          <a:solidFill>
            <a:schemeClr val="bg1"/>
          </a:solidFill>
        </p:spPr>
        <p:txBody>
          <a:bodyPr wrap="square" rtlCol="0">
            <a:spAutoFit/>
          </a:bodyPr>
          <a:lstStyle/>
          <a:p>
            <a:pPr lvl="0" defTabSz="914400"/>
            <a:r>
              <a:rPr lang="en-US" sz="3400" dirty="0" smtClean="0">
                <a:latin typeface="+mj-lt"/>
              </a:rPr>
              <a:t>“…promote </a:t>
            </a:r>
            <a:r>
              <a:rPr lang="en-US" sz="3400" dirty="0">
                <a:latin typeface="+mj-lt"/>
              </a:rPr>
              <a:t>development patterns that secure a community's fiscal condition while reinforcing a stronger sense of place</a:t>
            </a:r>
            <a:r>
              <a:rPr lang="en-US" sz="3400" dirty="0" smtClean="0">
                <a:latin typeface="+mj-lt"/>
              </a:rPr>
              <a:t>”</a:t>
            </a:r>
            <a:endParaRPr lang="en-US" sz="3400" dirty="0">
              <a:latin typeface="+mj-lt"/>
            </a:endParaRPr>
          </a:p>
          <a:p>
            <a:pPr lvl="0" defTabSz="914400"/>
            <a:r>
              <a:rPr lang="en-US" sz="3400" dirty="0">
                <a:latin typeface="+mj-lt"/>
              </a:rPr>
              <a:t>-Urban3 Mission Statement</a:t>
            </a:r>
          </a:p>
        </p:txBody>
      </p:sp>
      <p:sp>
        <p:nvSpPr>
          <p:cNvPr id="37" name="TextBox 36"/>
          <p:cNvSpPr txBox="1"/>
          <p:nvPr/>
        </p:nvSpPr>
        <p:spPr>
          <a:xfrm>
            <a:off x="1188720" y="22182253"/>
            <a:ext cx="4426843" cy="2785378"/>
          </a:xfrm>
          <a:prstGeom prst="rect">
            <a:avLst/>
          </a:prstGeom>
          <a:solidFill>
            <a:schemeClr val="bg1"/>
          </a:solidFill>
        </p:spPr>
        <p:txBody>
          <a:bodyPr wrap="square" rtlCol="0">
            <a:spAutoFit/>
          </a:bodyPr>
          <a:lstStyle/>
          <a:p>
            <a:r>
              <a:rPr lang="en-US" sz="3400" dirty="0">
                <a:latin typeface="+mj-lt"/>
              </a:rPr>
              <a:t>The monotony of suburbia prompted me to </a:t>
            </a:r>
            <a:r>
              <a:rPr lang="en-US" sz="3400" dirty="0" smtClean="0">
                <a:latin typeface="+mj-lt"/>
              </a:rPr>
              <a:t>ask:  </a:t>
            </a:r>
          </a:p>
          <a:p>
            <a:r>
              <a:rPr lang="en-US" sz="3400" dirty="0" smtClean="0">
                <a:latin typeface="+mj-lt"/>
              </a:rPr>
              <a:t>what </a:t>
            </a:r>
            <a:r>
              <a:rPr lang="en-US" sz="3400" dirty="0">
                <a:latin typeface="+mj-lt"/>
              </a:rPr>
              <a:t>else is possible in </a:t>
            </a:r>
            <a:r>
              <a:rPr lang="en-US" sz="3400" dirty="0" smtClean="0">
                <a:latin typeface="+mj-lt"/>
              </a:rPr>
              <a:t>urban design</a:t>
            </a:r>
            <a:r>
              <a:rPr lang="en-US" sz="3400" dirty="0">
                <a:latin typeface="+mj-lt"/>
              </a:rPr>
              <a:t>? </a:t>
            </a:r>
          </a:p>
        </p:txBody>
      </p:sp>
      <p:sp>
        <p:nvSpPr>
          <p:cNvPr id="38" name="TextBox 37"/>
          <p:cNvSpPr txBox="1"/>
          <p:nvPr/>
        </p:nvSpPr>
        <p:spPr>
          <a:xfrm>
            <a:off x="6279988" y="16736025"/>
            <a:ext cx="3643856" cy="1169551"/>
          </a:xfrm>
          <a:prstGeom prst="rect">
            <a:avLst/>
          </a:prstGeom>
          <a:solidFill>
            <a:schemeClr val="bg1"/>
          </a:solidFill>
        </p:spPr>
        <p:txBody>
          <a:bodyPr wrap="square" rtlCol="0">
            <a:spAutoFit/>
          </a:bodyPr>
          <a:lstStyle/>
          <a:p>
            <a:r>
              <a:rPr lang="en-US" sz="3400" dirty="0" smtClean="0">
                <a:latin typeface="+mj-lt"/>
                <a:sym typeface="Wingdings" panose="05000000000000000000" pitchFamily="2" charset="2"/>
              </a:rPr>
              <a:t> </a:t>
            </a:r>
            <a:r>
              <a:rPr lang="en-US" sz="3400" dirty="0" smtClean="0">
                <a:latin typeface="+mj-lt"/>
              </a:rPr>
              <a:t>Suburbs of Santa Barbara, CA</a:t>
            </a:r>
            <a:endParaRPr lang="en-US" sz="3400" dirty="0">
              <a:latin typeface="+mj-lt"/>
            </a:endParaRPr>
          </a:p>
        </p:txBody>
      </p:sp>
      <p:sp>
        <p:nvSpPr>
          <p:cNvPr id="39" name="TextBox 38"/>
          <p:cNvSpPr txBox="1"/>
          <p:nvPr/>
        </p:nvSpPr>
        <p:spPr>
          <a:xfrm>
            <a:off x="1224957" y="20549375"/>
            <a:ext cx="5016817" cy="1169551"/>
          </a:xfrm>
          <a:prstGeom prst="rect">
            <a:avLst/>
          </a:prstGeom>
          <a:solidFill>
            <a:schemeClr val="bg1"/>
          </a:solidFill>
        </p:spPr>
        <p:txBody>
          <a:bodyPr wrap="square" rtlCol="0">
            <a:spAutoFit/>
          </a:bodyPr>
          <a:lstStyle/>
          <a:p>
            <a:r>
              <a:rPr lang="en-US" sz="3400" dirty="0" smtClean="0">
                <a:latin typeface="+mj-lt"/>
                <a:sym typeface="Wingdings" panose="05000000000000000000" pitchFamily="2" charset="2"/>
              </a:rPr>
              <a:t>Mixed Use Downtown of San Miguel, Mexico  </a:t>
            </a:r>
            <a:endParaRPr lang="en-US" sz="3400" dirty="0">
              <a:latin typeface="+mj-lt"/>
            </a:endParaRPr>
          </a:p>
        </p:txBody>
      </p:sp>
      <p:pic>
        <p:nvPicPr>
          <p:cNvPr id="20" name="Picture 19"/>
          <p:cNvPicPr>
            <a:picLocks noChangeAspect="1"/>
          </p:cNvPicPr>
          <p:nvPr/>
        </p:nvPicPr>
        <p:blipFill>
          <a:blip r:embed="rId3"/>
          <a:stretch>
            <a:fillRect/>
          </a:stretch>
        </p:blipFill>
        <p:spPr>
          <a:xfrm>
            <a:off x="6277186" y="18135173"/>
            <a:ext cx="5455646" cy="3355222"/>
          </a:xfrm>
          <a:prstGeom prst="rect">
            <a:avLst/>
          </a:prstGeom>
        </p:spPr>
      </p:pic>
      <p:sp>
        <p:nvSpPr>
          <p:cNvPr id="40" name="TextBox 39"/>
          <p:cNvSpPr txBox="1"/>
          <p:nvPr/>
        </p:nvSpPr>
        <p:spPr>
          <a:xfrm>
            <a:off x="1256391" y="7065930"/>
            <a:ext cx="10531159" cy="7417415"/>
          </a:xfrm>
          <a:prstGeom prst="rect">
            <a:avLst/>
          </a:prstGeom>
          <a:solidFill>
            <a:schemeClr val="bg1"/>
          </a:solidFill>
        </p:spPr>
        <p:txBody>
          <a:bodyPr wrap="square" rtlCol="0">
            <a:spAutoFit/>
          </a:bodyPr>
          <a:lstStyle/>
          <a:p>
            <a:r>
              <a:rPr lang="en-US" sz="3400" dirty="0" smtClean="0"/>
              <a:t>This study explores the impact that landuse and centrality have on property values at the parcel level in Lafayette Parish, Louisiana. The spatial hedonic regression model developed serves to determine to what extent different centrality measures (distance to the central business district (CBD), population weighted distance, Betweenness and Straightness) affect land value per acre across residential, commercial and other property uses. Results indicate that all centrality measures were statistically significant for at least one landuse category. Increased centrality has a mostly positive impact on value per acre across all landuse categories when centrality measures are tested individually but shows mixed effects when centrality measures are combined into one model. </a:t>
            </a:r>
            <a:endParaRPr lang="en-US" sz="3400" dirty="0">
              <a:latin typeface="+mj-lt"/>
            </a:endParaRPr>
          </a:p>
        </p:txBody>
      </p:sp>
      <p:pic>
        <p:nvPicPr>
          <p:cNvPr id="43" name="Picture 42"/>
          <p:cNvPicPr>
            <a:picLocks noChangeAspect="1"/>
          </p:cNvPicPr>
          <p:nvPr/>
        </p:nvPicPr>
        <p:blipFill rotWithShape="1">
          <a:blip r:embed="rId4"/>
          <a:srcRect l="13699" t="24096" r="21051" b="9619"/>
          <a:stretch/>
        </p:blipFill>
        <p:spPr>
          <a:xfrm>
            <a:off x="2810254" y="26406639"/>
            <a:ext cx="8533982" cy="5228567"/>
          </a:xfrm>
          <a:prstGeom prst="rect">
            <a:avLst/>
          </a:prstGeom>
        </p:spPr>
      </p:pic>
      <p:sp>
        <p:nvSpPr>
          <p:cNvPr id="44" name="Rectangle 43"/>
          <p:cNvSpPr/>
          <p:nvPr/>
        </p:nvSpPr>
        <p:spPr>
          <a:xfrm>
            <a:off x="4690799" y="27606506"/>
            <a:ext cx="419100" cy="34290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dirty="0" err="1" smtClean="0"/>
          </a:p>
        </p:txBody>
      </p:sp>
      <p:sp>
        <p:nvSpPr>
          <p:cNvPr id="45" name="TextBox 44"/>
          <p:cNvSpPr txBox="1"/>
          <p:nvPr/>
        </p:nvSpPr>
        <p:spPr>
          <a:xfrm>
            <a:off x="5166076" y="27468222"/>
            <a:ext cx="2344063" cy="630942"/>
          </a:xfrm>
          <a:prstGeom prst="rect">
            <a:avLst/>
          </a:prstGeom>
          <a:solidFill>
            <a:schemeClr val="bg1"/>
          </a:solidFill>
        </p:spPr>
        <p:txBody>
          <a:bodyPr wrap="square" rtlCol="0">
            <a:spAutoFit/>
          </a:bodyPr>
          <a:lstStyle/>
          <a:p>
            <a:r>
              <a:rPr lang="en-US" sz="3500" dirty="0" smtClean="0">
                <a:latin typeface="+mj-lt"/>
                <a:sym typeface="Wingdings" panose="05000000000000000000" pitchFamily="2" charset="2"/>
              </a:rPr>
              <a:t>Residential</a:t>
            </a:r>
            <a:endParaRPr lang="en-US" sz="3500" dirty="0">
              <a:latin typeface="+mj-lt"/>
            </a:endParaRPr>
          </a:p>
        </p:txBody>
      </p:sp>
      <p:sp>
        <p:nvSpPr>
          <p:cNvPr id="48" name="TextBox 47"/>
          <p:cNvSpPr txBox="1"/>
          <p:nvPr/>
        </p:nvSpPr>
        <p:spPr>
          <a:xfrm>
            <a:off x="5134856" y="26901988"/>
            <a:ext cx="2515514" cy="630942"/>
          </a:xfrm>
          <a:prstGeom prst="rect">
            <a:avLst/>
          </a:prstGeom>
          <a:solidFill>
            <a:schemeClr val="bg1"/>
          </a:solidFill>
        </p:spPr>
        <p:txBody>
          <a:bodyPr wrap="square" rtlCol="0">
            <a:spAutoFit/>
          </a:bodyPr>
          <a:lstStyle/>
          <a:p>
            <a:r>
              <a:rPr lang="en-US" sz="3500" dirty="0" smtClean="0">
                <a:latin typeface="+mj-lt"/>
                <a:sym typeface="Wingdings" panose="05000000000000000000" pitchFamily="2" charset="2"/>
              </a:rPr>
              <a:t>Commercial</a:t>
            </a:r>
            <a:endParaRPr lang="en-US" sz="3500" dirty="0">
              <a:latin typeface="+mj-lt"/>
            </a:endParaRPr>
          </a:p>
        </p:txBody>
      </p:sp>
      <p:sp>
        <p:nvSpPr>
          <p:cNvPr id="49" name="Rectangle 48"/>
          <p:cNvSpPr/>
          <p:nvPr/>
        </p:nvSpPr>
        <p:spPr>
          <a:xfrm>
            <a:off x="4696999" y="28166789"/>
            <a:ext cx="419100" cy="342900"/>
          </a:xfrm>
          <a:prstGeom prst="rect">
            <a:avLst/>
          </a:prstGeom>
          <a:solidFill>
            <a:srgbClr val="0A33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dirty="0" err="1" smtClean="0"/>
          </a:p>
        </p:txBody>
      </p:sp>
      <p:sp>
        <p:nvSpPr>
          <p:cNvPr id="50" name="TextBox 49"/>
          <p:cNvSpPr txBox="1"/>
          <p:nvPr/>
        </p:nvSpPr>
        <p:spPr>
          <a:xfrm>
            <a:off x="5147319" y="28014111"/>
            <a:ext cx="2344063" cy="630942"/>
          </a:xfrm>
          <a:prstGeom prst="rect">
            <a:avLst/>
          </a:prstGeom>
          <a:solidFill>
            <a:schemeClr val="bg1"/>
          </a:solidFill>
        </p:spPr>
        <p:txBody>
          <a:bodyPr wrap="square" rtlCol="0">
            <a:spAutoFit/>
          </a:bodyPr>
          <a:lstStyle/>
          <a:p>
            <a:r>
              <a:rPr lang="en-US" sz="3500" dirty="0" smtClean="0">
                <a:latin typeface="+mj-lt"/>
                <a:sym typeface="Wingdings" panose="05000000000000000000" pitchFamily="2" charset="2"/>
              </a:rPr>
              <a:t>Other</a:t>
            </a:r>
          </a:p>
        </p:txBody>
      </p:sp>
      <p:sp>
        <p:nvSpPr>
          <p:cNvPr id="51" name="TextBox 50"/>
          <p:cNvSpPr txBox="1"/>
          <p:nvPr/>
        </p:nvSpPr>
        <p:spPr>
          <a:xfrm>
            <a:off x="2367864" y="17160786"/>
            <a:ext cx="2941303" cy="630942"/>
          </a:xfrm>
          <a:prstGeom prst="rect">
            <a:avLst/>
          </a:prstGeom>
          <a:solidFill>
            <a:schemeClr val="bg1">
              <a:alpha val="70000"/>
            </a:schemeClr>
          </a:solidFill>
        </p:spPr>
        <p:txBody>
          <a:bodyPr wrap="square" rtlCol="0">
            <a:spAutoFit/>
          </a:bodyPr>
          <a:lstStyle/>
          <a:p>
            <a:r>
              <a:rPr lang="en-US" sz="3400" dirty="0" smtClean="0">
                <a:latin typeface="+mj-lt"/>
                <a:sym typeface="Wingdings" panose="05000000000000000000" pitchFamily="2" charset="2"/>
              </a:rPr>
              <a:t>I grew up here</a:t>
            </a:r>
            <a:endParaRPr lang="en-US" sz="3400" dirty="0">
              <a:latin typeface="+mj-lt"/>
            </a:endParaRPr>
          </a:p>
        </p:txBody>
      </p:sp>
      <p:sp>
        <p:nvSpPr>
          <p:cNvPr id="52" name="TextBox 51"/>
          <p:cNvSpPr txBox="1"/>
          <p:nvPr/>
        </p:nvSpPr>
        <p:spPr>
          <a:xfrm>
            <a:off x="6258075" y="18643233"/>
            <a:ext cx="3435069" cy="1169551"/>
          </a:xfrm>
          <a:prstGeom prst="rect">
            <a:avLst/>
          </a:prstGeom>
          <a:solidFill>
            <a:schemeClr val="bg1">
              <a:alpha val="75000"/>
            </a:schemeClr>
          </a:solidFill>
        </p:spPr>
        <p:txBody>
          <a:bodyPr wrap="square" rtlCol="0">
            <a:spAutoFit/>
          </a:bodyPr>
          <a:lstStyle/>
          <a:p>
            <a:r>
              <a:rPr lang="en-US" sz="3400" dirty="0" smtClean="0">
                <a:latin typeface="+mj-lt"/>
                <a:sym typeface="Wingdings" panose="05000000000000000000" pitchFamily="2" charset="2"/>
              </a:rPr>
              <a:t>…And then lived here for 4 years</a:t>
            </a:r>
            <a:endParaRPr lang="en-US" sz="3400" dirty="0">
              <a:latin typeface="+mj-lt"/>
            </a:endParaRPr>
          </a:p>
        </p:txBody>
      </p:sp>
      <p:sp>
        <p:nvSpPr>
          <p:cNvPr id="42" name="TextBox 41"/>
          <p:cNvSpPr txBox="1"/>
          <p:nvPr/>
        </p:nvSpPr>
        <p:spPr>
          <a:xfrm>
            <a:off x="12361484" y="27929783"/>
            <a:ext cx="10038204" cy="1661993"/>
          </a:xfrm>
          <a:prstGeom prst="rect">
            <a:avLst/>
          </a:prstGeom>
          <a:solidFill>
            <a:schemeClr val="bg1"/>
          </a:solidFill>
        </p:spPr>
        <p:txBody>
          <a:bodyPr wrap="square" rtlCol="0">
            <a:spAutoFit/>
          </a:bodyPr>
          <a:lstStyle/>
          <a:p>
            <a:r>
              <a:rPr lang="en-US" sz="3400" dirty="0">
                <a:latin typeface="+mj-lt"/>
              </a:rPr>
              <a:t>ln(VPA) = </a:t>
            </a:r>
            <a:r>
              <a:rPr lang="en-US" sz="3400" i="1" dirty="0">
                <a:latin typeface="+mj-lt"/>
              </a:rPr>
              <a:t>β</a:t>
            </a:r>
            <a:r>
              <a:rPr lang="en-US" sz="3400" dirty="0">
                <a:latin typeface="+mj-lt"/>
              </a:rPr>
              <a:t>0 + </a:t>
            </a:r>
            <a:r>
              <a:rPr lang="en-US" sz="3400" dirty="0" smtClean="0">
                <a:latin typeface="+mj-lt"/>
              </a:rPr>
              <a:t> </a:t>
            </a:r>
            <a:r>
              <a:rPr lang="en-US" sz="3400" i="1" dirty="0" smtClean="0">
                <a:latin typeface="+mj-lt"/>
              </a:rPr>
              <a:t>β</a:t>
            </a:r>
            <a:r>
              <a:rPr lang="en-US" sz="3400" dirty="0" smtClean="0">
                <a:latin typeface="+mj-lt"/>
              </a:rPr>
              <a:t>1SpatialLag  + </a:t>
            </a:r>
            <a:r>
              <a:rPr lang="en-US" sz="3400" i="1" dirty="0" smtClean="0">
                <a:latin typeface="+mj-lt"/>
              </a:rPr>
              <a:t>β</a:t>
            </a:r>
            <a:r>
              <a:rPr lang="en-US" sz="3400" dirty="0" smtClean="0">
                <a:latin typeface="+mj-lt"/>
              </a:rPr>
              <a:t>2DistanceToCBD </a:t>
            </a:r>
            <a:r>
              <a:rPr lang="en-US" sz="3400" dirty="0">
                <a:latin typeface="+mj-lt"/>
              </a:rPr>
              <a:t>+ </a:t>
            </a:r>
            <a:r>
              <a:rPr lang="en-US" sz="3400" i="1" dirty="0" smtClean="0">
                <a:latin typeface="+mj-lt"/>
              </a:rPr>
              <a:t>β</a:t>
            </a:r>
            <a:r>
              <a:rPr lang="en-US" sz="3400" dirty="0" smtClean="0">
                <a:latin typeface="+mj-lt"/>
              </a:rPr>
              <a:t>3PopWeightedDistance </a:t>
            </a:r>
            <a:r>
              <a:rPr lang="en-US" sz="3400" dirty="0">
                <a:latin typeface="+mj-lt"/>
              </a:rPr>
              <a:t>+ </a:t>
            </a:r>
            <a:r>
              <a:rPr lang="en-US" sz="3400" i="1" dirty="0" smtClean="0">
                <a:latin typeface="+mj-lt"/>
              </a:rPr>
              <a:t>β</a:t>
            </a:r>
            <a:r>
              <a:rPr lang="en-US" sz="3400" dirty="0" smtClean="0">
                <a:latin typeface="+mj-lt"/>
              </a:rPr>
              <a:t>4Straightness </a:t>
            </a:r>
            <a:r>
              <a:rPr lang="en-US" sz="3400" dirty="0">
                <a:latin typeface="+mj-lt"/>
              </a:rPr>
              <a:t>+ </a:t>
            </a:r>
            <a:r>
              <a:rPr lang="en-US" sz="3400" i="1" dirty="0" smtClean="0">
                <a:latin typeface="+mj-lt"/>
              </a:rPr>
              <a:t>β</a:t>
            </a:r>
            <a:r>
              <a:rPr lang="en-US" sz="3400" dirty="0" smtClean="0">
                <a:latin typeface="+mj-lt"/>
              </a:rPr>
              <a:t>5Betweenness </a:t>
            </a:r>
            <a:r>
              <a:rPr lang="en-US" sz="3400" dirty="0">
                <a:latin typeface="+mj-lt"/>
              </a:rPr>
              <a:t>+ </a:t>
            </a:r>
            <a:r>
              <a:rPr lang="en-US" sz="3400" i="1" dirty="0" smtClean="0">
                <a:latin typeface="+mj-lt"/>
              </a:rPr>
              <a:t>β6</a:t>
            </a:r>
            <a:r>
              <a:rPr lang="en-US" sz="3400" dirty="0" smtClean="0">
                <a:latin typeface="+mj-lt"/>
              </a:rPr>
              <a:t>Controls </a:t>
            </a:r>
            <a:r>
              <a:rPr lang="en-US" sz="3400" dirty="0">
                <a:latin typeface="+mj-lt"/>
              </a:rPr>
              <a:t>+</a:t>
            </a:r>
            <a:r>
              <a:rPr lang="en-US" sz="3400" i="1" dirty="0">
                <a:latin typeface="+mj-lt"/>
              </a:rPr>
              <a:t> e </a:t>
            </a:r>
            <a:endParaRPr lang="en-US" sz="3400" dirty="0">
              <a:latin typeface="+mj-lt"/>
            </a:endParaRPr>
          </a:p>
        </p:txBody>
      </p:sp>
      <p:sp>
        <p:nvSpPr>
          <p:cNvPr id="56" name="TextBox 55"/>
          <p:cNvSpPr txBox="1"/>
          <p:nvPr/>
        </p:nvSpPr>
        <p:spPr>
          <a:xfrm>
            <a:off x="18570022" y="6770058"/>
            <a:ext cx="3044425" cy="1277273"/>
          </a:xfrm>
          <a:prstGeom prst="rect">
            <a:avLst/>
          </a:prstGeom>
          <a:solidFill>
            <a:schemeClr val="bg1"/>
          </a:solidFill>
        </p:spPr>
        <p:txBody>
          <a:bodyPr wrap="square" rtlCol="0">
            <a:spAutoFit/>
          </a:bodyPr>
          <a:lstStyle/>
          <a:p>
            <a:r>
              <a:rPr lang="en-US" sz="4200" b="1" dirty="0" smtClean="0">
                <a:latin typeface="+mj-lt"/>
              </a:rPr>
              <a:t>Significant?</a:t>
            </a:r>
          </a:p>
          <a:p>
            <a:r>
              <a:rPr lang="en-US" sz="3400" dirty="0" smtClean="0">
                <a:latin typeface="+mj-lt"/>
              </a:rPr>
              <a:t>Yes: p&lt;0.001 </a:t>
            </a:r>
            <a:endParaRPr lang="en-US" sz="3400" dirty="0">
              <a:latin typeface="+mj-lt"/>
            </a:endParaRPr>
          </a:p>
        </p:txBody>
      </p:sp>
      <p:sp>
        <p:nvSpPr>
          <p:cNvPr id="57" name="TextBox 56"/>
          <p:cNvSpPr txBox="1"/>
          <p:nvPr/>
        </p:nvSpPr>
        <p:spPr>
          <a:xfrm>
            <a:off x="12443303" y="27148149"/>
            <a:ext cx="9593795" cy="738664"/>
          </a:xfrm>
          <a:prstGeom prst="rect">
            <a:avLst/>
          </a:prstGeom>
          <a:noFill/>
        </p:spPr>
        <p:txBody>
          <a:bodyPr wrap="square" rtlCol="0">
            <a:spAutoFit/>
          </a:bodyPr>
          <a:lstStyle/>
          <a:p>
            <a:r>
              <a:rPr lang="en-US" sz="4200" b="1" dirty="0" smtClean="0">
                <a:latin typeface="+mj-lt"/>
              </a:rPr>
              <a:t>Spatial Lag Hedonic Regression Model</a:t>
            </a:r>
            <a:endParaRPr lang="en-US" sz="4200" dirty="0">
              <a:latin typeface="+mj-lt"/>
            </a:endParaRPr>
          </a:p>
        </p:txBody>
      </p:sp>
      <p:pic>
        <p:nvPicPr>
          <p:cNvPr id="59" name="Picture 58"/>
          <p:cNvPicPr/>
          <p:nvPr/>
        </p:nvPicPr>
        <p:blipFill rotWithShape="1">
          <a:blip r:embed="rId5"/>
          <a:srcRect l="20193" t="7517" r="2404" b="7517"/>
          <a:stretch/>
        </p:blipFill>
        <p:spPr bwMode="auto">
          <a:xfrm>
            <a:off x="12780746" y="8672558"/>
            <a:ext cx="4600575" cy="4629150"/>
          </a:xfrm>
          <a:prstGeom prst="rect">
            <a:avLst/>
          </a:prstGeom>
          <a:ln>
            <a:noFill/>
          </a:ln>
          <a:extLst>
            <a:ext uri="{53640926-AAD7-44D8-BBD7-CCE9431645EC}">
              <a14:shadowObscured xmlns:a14="http://schemas.microsoft.com/office/drawing/2010/main"/>
            </a:ext>
          </a:extLst>
        </p:spPr>
      </p:pic>
      <p:pic>
        <p:nvPicPr>
          <p:cNvPr id="60" name="Picture 59"/>
          <p:cNvPicPr/>
          <p:nvPr/>
        </p:nvPicPr>
        <p:blipFill rotWithShape="1">
          <a:blip r:embed="rId6"/>
          <a:srcRect l="23558" t="17563" r="2564" b="17536"/>
          <a:stretch/>
        </p:blipFill>
        <p:spPr bwMode="auto">
          <a:xfrm>
            <a:off x="17358259" y="8626462"/>
            <a:ext cx="4506394" cy="4629150"/>
          </a:xfrm>
          <a:prstGeom prst="rect">
            <a:avLst/>
          </a:prstGeom>
          <a:ln>
            <a:noFill/>
          </a:ln>
          <a:extLst>
            <a:ext uri="{53640926-AAD7-44D8-BBD7-CCE9431645EC}">
              <a14:shadowObscured xmlns:a14="http://schemas.microsoft.com/office/drawing/2010/main"/>
            </a:ext>
          </a:extLst>
        </p:spPr>
      </p:pic>
      <p:pic>
        <p:nvPicPr>
          <p:cNvPr id="61" name="Picture 60"/>
          <p:cNvPicPr>
            <a:picLocks noChangeAspect="1"/>
          </p:cNvPicPr>
          <p:nvPr/>
        </p:nvPicPr>
        <p:blipFill rotWithShape="1">
          <a:blip r:embed="rId7"/>
          <a:srcRect r="9364"/>
          <a:stretch/>
        </p:blipFill>
        <p:spPr>
          <a:xfrm>
            <a:off x="16957771" y="12190657"/>
            <a:ext cx="2665216" cy="2271474"/>
          </a:xfrm>
          <a:prstGeom prst="rect">
            <a:avLst/>
          </a:prstGeom>
        </p:spPr>
      </p:pic>
      <p:pic>
        <p:nvPicPr>
          <p:cNvPr id="62" name="Picture 61"/>
          <p:cNvPicPr>
            <a:picLocks noChangeAspect="1"/>
          </p:cNvPicPr>
          <p:nvPr/>
        </p:nvPicPr>
        <p:blipFill rotWithShape="1">
          <a:blip r:embed="rId8"/>
          <a:srcRect t="4740" r="77605" b="69736"/>
          <a:stretch/>
        </p:blipFill>
        <p:spPr>
          <a:xfrm>
            <a:off x="12418935" y="12247785"/>
            <a:ext cx="2593470" cy="2265511"/>
          </a:xfrm>
          <a:prstGeom prst="rect">
            <a:avLst/>
          </a:prstGeom>
        </p:spPr>
      </p:pic>
      <p:sp>
        <p:nvSpPr>
          <p:cNvPr id="55" name="TextBox 54"/>
          <p:cNvSpPr txBox="1"/>
          <p:nvPr/>
        </p:nvSpPr>
        <p:spPr>
          <a:xfrm>
            <a:off x="12248936" y="6770058"/>
            <a:ext cx="6367379" cy="1277273"/>
          </a:xfrm>
          <a:prstGeom prst="rect">
            <a:avLst/>
          </a:prstGeom>
          <a:solidFill>
            <a:schemeClr val="bg1"/>
          </a:solidFill>
        </p:spPr>
        <p:txBody>
          <a:bodyPr wrap="square" rtlCol="0">
            <a:spAutoFit/>
          </a:bodyPr>
          <a:lstStyle/>
          <a:p>
            <a:r>
              <a:rPr lang="en-US" sz="4200" b="1" dirty="0" smtClean="0">
                <a:latin typeface="+mj-lt"/>
              </a:rPr>
              <a:t>Spatial Autocorrelation?</a:t>
            </a:r>
          </a:p>
          <a:p>
            <a:r>
              <a:rPr lang="en-US" sz="3400" dirty="0" smtClean="0">
                <a:latin typeface="+mj-lt"/>
              </a:rPr>
              <a:t>Yes: Global Moran’s I = 0.158</a:t>
            </a:r>
          </a:p>
        </p:txBody>
      </p:sp>
      <p:sp>
        <p:nvSpPr>
          <p:cNvPr id="66" name="TextBox 65"/>
          <p:cNvSpPr txBox="1"/>
          <p:nvPr/>
        </p:nvSpPr>
        <p:spPr>
          <a:xfrm>
            <a:off x="38709600" y="-3208"/>
            <a:ext cx="5181600" cy="5125582"/>
          </a:xfrm>
          <a:prstGeom prst="rect">
            <a:avLst/>
          </a:prstGeom>
          <a:solidFill>
            <a:schemeClr val="bg1"/>
          </a:solidFill>
        </p:spPr>
        <p:txBody>
          <a:bodyPr wrap="square" rtlCol="0">
            <a:spAutoFit/>
          </a:bodyPr>
          <a:lstStyle/>
          <a:p>
            <a:endParaRPr lang="en-US" sz="3500" dirty="0">
              <a:latin typeface="+mj-lt"/>
            </a:endParaRPr>
          </a:p>
        </p:txBody>
      </p:sp>
      <p:pic>
        <p:nvPicPr>
          <p:cNvPr id="30" name="Picture 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9077249" y="554664"/>
            <a:ext cx="3948837" cy="1603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7" name="TextBox 66"/>
          <p:cNvSpPr txBox="1"/>
          <p:nvPr/>
        </p:nvSpPr>
        <p:spPr>
          <a:xfrm>
            <a:off x="26999848" y="28188059"/>
            <a:ext cx="15865611" cy="3754874"/>
          </a:xfrm>
          <a:prstGeom prst="rect">
            <a:avLst/>
          </a:prstGeom>
          <a:solidFill>
            <a:schemeClr val="bg1"/>
          </a:solidFill>
        </p:spPr>
        <p:txBody>
          <a:bodyPr wrap="square" rtlCol="0">
            <a:spAutoFit/>
          </a:bodyPr>
          <a:lstStyle/>
          <a:p>
            <a:pPr marL="457200" indent="-457200">
              <a:buFont typeface="Arial" panose="020B0604020202020204" pitchFamily="34" charset="0"/>
              <a:buChar char="•"/>
            </a:pPr>
            <a:r>
              <a:rPr lang="en-US" sz="3400" dirty="0" smtClean="0">
                <a:latin typeface="+mj-lt"/>
              </a:rPr>
              <a:t>High </a:t>
            </a:r>
            <a:r>
              <a:rPr lang="en-US" sz="3400" dirty="0">
                <a:latin typeface="+mj-lt"/>
              </a:rPr>
              <a:t>value of centrally located commercial properties suggests that several market failures may distort the urban growth process in </a:t>
            </a:r>
            <a:r>
              <a:rPr lang="en-US" sz="3400" dirty="0" smtClean="0">
                <a:latin typeface="+mj-lt"/>
              </a:rPr>
              <a:t>Lafayette</a:t>
            </a:r>
          </a:p>
          <a:p>
            <a:pPr marL="457200" indent="-457200">
              <a:buFont typeface="Arial" panose="020B0604020202020204" pitchFamily="34" charset="0"/>
              <a:buChar char="•"/>
            </a:pPr>
            <a:r>
              <a:rPr lang="en-US" sz="3400" dirty="0" smtClean="0">
                <a:latin typeface="+mj-lt"/>
              </a:rPr>
              <a:t>One </a:t>
            </a:r>
            <a:r>
              <a:rPr lang="en-US" sz="3400" dirty="0">
                <a:latin typeface="+mj-lt"/>
              </a:rPr>
              <a:t>limitation in this study relates to the lack of clear interpretation of the centrality coefficient magnitudes: only analyzing the signs and relative magnitudes of coefficients limits the ability of results to inform urban planning </a:t>
            </a:r>
            <a:r>
              <a:rPr lang="en-US" sz="3400" dirty="0" smtClean="0">
                <a:latin typeface="+mj-lt"/>
              </a:rPr>
              <a:t>policy.</a:t>
            </a:r>
            <a:endParaRPr lang="en-US" sz="3400" dirty="0" smtClean="0">
              <a:latin typeface="+mj-lt"/>
            </a:endParaRPr>
          </a:p>
          <a:p>
            <a:pPr marL="457200" indent="-457200">
              <a:buFont typeface="Arial" panose="020B0604020202020204" pitchFamily="34" charset="0"/>
              <a:buChar char="•"/>
            </a:pPr>
            <a:r>
              <a:rPr lang="en-US" sz="3400" dirty="0" smtClean="0">
                <a:latin typeface="+mj-lt"/>
              </a:rPr>
              <a:t>More </a:t>
            </a:r>
            <a:r>
              <a:rPr lang="en-US" sz="3400" dirty="0" smtClean="0">
                <a:latin typeface="+mj-lt"/>
              </a:rPr>
              <a:t>qualitative research </a:t>
            </a:r>
            <a:r>
              <a:rPr lang="en-US" sz="3400" dirty="0" smtClean="0">
                <a:latin typeface="+mj-lt"/>
              </a:rPr>
              <a:t>could improve understanding of how different centrality measures impact value per acre to inform community design policies. </a:t>
            </a:r>
            <a:endParaRPr lang="en-US" sz="3400" dirty="0">
              <a:latin typeface="+mj-lt"/>
            </a:endParaRPr>
          </a:p>
        </p:txBody>
      </p:sp>
      <p:sp>
        <p:nvSpPr>
          <p:cNvPr id="68" name="TextBox 67"/>
          <p:cNvSpPr txBox="1"/>
          <p:nvPr/>
        </p:nvSpPr>
        <p:spPr>
          <a:xfrm>
            <a:off x="12365316" y="8204995"/>
            <a:ext cx="3640927" cy="1169551"/>
          </a:xfrm>
          <a:prstGeom prst="rect">
            <a:avLst/>
          </a:prstGeom>
          <a:noFill/>
        </p:spPr>
        <p:txBody>
          <a:bodyPr wrap="square" rtlCol="0">
            <a:spAutoFit/>
          </a:bodyPr>
          <a:lstStyle/>
          <a:p>
            <a:r>
              <a:rPr lang="en-US" sz="3400" dirty="0" smtClean="0">
                <a:latin typeface="+mj-lt"/>
              </a:rPr>
              <a:t>Local Moran’s I: </a:t>
            </a:r>
          </a:p>
          <a:p>
            <a:r>
              <a:rPr lang="en-US" sz="3400" dirty="0" smtClean="0"/>
              <a:t>VPA</a:t>
            </a:r>
            <a:endParaRPr lang="en-US" sz="3400" dirty="0" smtClean="0">
              <a:latin typeface="+mj-lt"/>
            </a:endParaRPr>
          </a:p>
        </p:txBody>
      </p:sp>
      <p:sp>
        <p:nvSpPr>
          <p:cNvPr id="69" name="TextBox 68"/>
          <p:cNvSpPr txBox="1"/>
          <p:nvPr/>
        </p:nvSpPr>
        <p:spPr>
          <a:xfrm>
            <a:off x="18668102" y="8109065"/>
            <a:ext cx="2824284" cy="1169551"/>
          </a:xfrm>
          <a:prstGeom prst="rect">
            <a:avLst/>
          </a:prstGeom>
          <a:noFill/>
        </p:spPr>
        <p:txBody>
          <a:bodyPr wrap="square" rtlCol="0">
            <a:spAutoFit/>
          </a:bodyPr>
          <a:lstStyle/>
          <a:p>
            <a:r>
              <a:rPr lang="en-US" sz="3400" dirty="0" smtClean="0">
                <a:latin typeface="+mj-lt"/>
              </a:rPr>
              <a:t>Significance Map</a:t>
            </a:r>
          </a:p>
        </p:txBody>
      </p:sp>
      <p:sp>
        <p:nvSpPr>
          <p:cNvPr id="70" name="TextBox 69"/>
          <p:cNvSpPr txBox="1"/>
          <p:nvPr/>
        </p:nvSpPr>
        <p:spPr>
          <a:xfrm>
            <a:off x="-15524" y="-72884"/>
            <a:ext cx="5181600" cy="5125582"/>
          </a:xfrm>
          <a:prstGeom prst="rect">
            <a:avLst/>
          </a:prstGeom>
          <a:solidFill>
            <a:schemeClr val="bg1"/>
          </a:solidFill>
        </p:spPr>
        <p:txBody>
          <a:bodyPr wrap="square" rtlCol="0">
            <a:spAutoFit/>
          </a:bodyPr>
          <a:lstStyle/>
          <a:p>
            <a:endParaRPr lang="en-US" sz="3500" dirty="0">
              <a:latin typeface="+mj-lt"/>
            </a:endParaRPr>
          </a:p>
        </p:txBody>
      </p:sp>
      <p:pic>
        <p:nvPicPr>
          <p:cNvPr id="15" name="Picture 14"/>
          <p:cNvPicPr>
            <a:picLocks noChangeAspect="1"/>
          </p:cNvPicPr>
          <p:nvPr/>
        </p:nvPicPr>
        <p:blipFill>
          <a:blip r:embed="rId10"/>
          <a:stretch>
            <a:fillRect/>
          </a:stretch>
        </p:blipFill>
        <p:spPr>
          <a:xfrm>
            <a:off x="39976834" y="2450805"/>
            <a:ext cx="2647132" cy="2647132"/>
          </a:xfrm>
          <a:prstGeom prst="rect">
            <a:avLst/>
          </a:prstGeom>
        </p:spPr>
      </p:pic>
      <p:pic>
        <p:nvPicPr>
          <p:cNvPr id="31" name="Picture 2"/>
          <p:cNvPicPr>
            <a:picLocks noChangeAspect="1" noChangeArrowheads="1"/>
          </p:cNvPicPr>
          <p:nvPr/>
        </p:nvPicPr>
        <p:blipFill rotWithShape="1">
          <a:blip r:embed="rId11">
            <a:extLst>
              <a:ext uri="{28A0092B-C50C-407E-A947-70E740481C1C}">
                <a14:useLocalDpi xmlns:a14="http://schemas.microsoft.com/office/drawing/2010/main" val="0"/>
              </a:ext>
            </a:extLst>
          </a:blip>
          <a:srcRect r="1367" b="12242"/>
          <a:stretch/>
        </p:blipFill>
        <p:spPr bwMode="auto">
          <a:xfrm>
            <a:off x="848820" y="1670696"/>
            <a:ext cx="4126216" cy="163842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1" name="TextBox 40"/>
          <p:cNvSpPr txBox="1"/>
          <p:nvPr/>
        </p:nvSpPr>
        <p:spPr>
          <a:xfrm>
            <a:off x="1149651" y="26783351"/>
            <a:ext cx="3547348" cy="3323987"/>
          </a:xfrm>
          <a:prstGeom prst="rect">
            <a:avLst/>
          </a:prstGeom>
          <a:solidFill>
            <a:schemeClr val="bg1"/>
          </a:solidFill>
        </p:spPr>
        <p:txBody>
          <a:bodyPr wrap="square" rtlCol="0">
            <a:spAutoFit/>
          </a:bodyPr>
          <a:lstStyle/>
          <a:p>
            <a:r>
              <a:rPr lang="en-US" sz="3400" dirty="0" smtClean="0">
                <a:latin typeface="+mj-lt"/>
              </a:rPr>
              <a:t>How do landuse patterns and centrality relate to a property’s market value per acre (VPA)? </a:t>
            </a:r>
            <a:endParaRPr lang="en-US" sz="3400" dirty="0">
              <a:latin typeface="+mj-lt"/>
            </a:endParaRPr>
          </a:p>
        </p:txBody>
      </p:sp>
      <p:pic>
        <p:nvPicPr>
          <p:cNvPr id="88" name="Picture 87"/>
          <p:cNvPicPr>
            <a:picLocks noChangeAspect="1"/>
          </p:cNvPicPr>
          <p:nvPr/>
        </p:nvPicPr>
        <p:blipFill rotWithShape="1">
          <a:blip r:embed="rId12" cstate="print">
            <a:extLst>
              <a:ext uri="{28A0092B-C50C-407E-A947-70E740481C1C}">
                <a14:useLocalDpi xmlns:a14="http://schemas.microsoft.com/office/drawing/2010/main" val="0"/>
              </a:ext>
            </a:extLst>
          </a:blip>
          <a:srcRect l="2611" t="8212" r="3133" b="967"/>
          <a:stretch/>
        </p:blipFill>
        <p:spPr>
          <a:xfrm>
            <a:off x="12374223" y="30035436"/>
            <a:ext cx="1790718" cy="1864954"/>
          </a:xfrm>
          <a:prstGeom prst="rect">
            <a:avLst/>
          </a:prstGeom>
        </p:spPr>
      </p:pic>
      <p:sp>
        <p:nvSpPr>
          <p:cNvPr id="90" name="TextBox 89"/>
          <p:cNvSpPr txBox="1"/>
          <p:nvPr/>
        </p:nvSpPr>
        <p:spPr>
          <a:xfrm>
            <a:off x="14068020" y="14485904"/>
            <a:ext cx="6698689" cy="738664"/>
          </a:xfrm>
          <a:prstGeom prst="rect">
            <a:avLst/>
          </a:prstGeom>
          <a:solidFill>
            <a:schemeClr val="bg1"/>
          </a:solidFill>
        </p:spPr>
        <p:txBody>
          <a:bodyPr wrap="square" rtlCol="0">
            <a:spAutoFit/>
          </a:bodyPr>
          <a:lstStyle/>
          <a:p>
            <a:r>
              <a:rPr lang="en-US" sz="4200" b="1" dirty="0" smtClean="0">
                <a:latin typeface="+mj-lt"/>
              </a:rPr>
              <a:t>Centrality Measures </a:t>
            </a:r>
          </a:p>
        </p:txBody>
      </p:sp>
      <p:sp>
        <p:nvSpPr>
          <p:cNvPr id="104" name="TextBox 103"/>
          <p:cNvSpPr txBox="1"/>
          <p:nvPr/>
        </p:nvSpPr>
        <p:spPr>
          <a:xfrm>
            <a:off x="14407063" y="29634746"/>
            <a:ext cx="10524133" cy="1138773"/>
          </a:xfrm>
          <a:prstGeom prst="rect">
            <a:avLst/>
          </a:prstGeom>
          <a:solidFill>
            <a:schemeClr val="bg1"/>
          </a:solidFill>
        </p:spPr>
        <p:txBody>
          <a:bodyPr wrap="square" rtlCol="0">
            <a:spAutoFit/>
          </a:bodyPr>
          <a:lstStyle/>
          <a:p>
            <a:pPr marL="571500" indent="-571500">
              <a:buFont typeface="Arial" panose="020B0604020202020204" pitchFamily="34" charset="0"/>
              <a:buChar char="•"/>
            </a:pPr>
            <a:r>
              <a:rPr lang="en-US" sz="3400" dirty="0" smtClean="0"/>
              <a:t>Spatial Lag model chosen due to strong theoretical basis for spatial autocorrelation in value per acre</a:t>
            </a:r>
            <a:endParaRPr lang="en-US" sz="3400" dirty="0">
              <a:latin typeface="+mj-lt"/>
            </a:endParaRPr>
          </a:p>
        </p:txBody>
      </p:sp>
      <p:sp>
        <p:nvSpPr>
          <p:cNvPr id="73" name="Rectangle 72"/>
          <p:cNvSpPr/>
          <p:nvPr/>
        </p:nvSpPr>
        <p:spPr>
          <a:xfrm>
            <a:off x="4689221" y="27046223"/>
            <a:ext cx="419100" cy="3429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dirty="0" err="1" smtClean="0"/>
          </a:p>
        </p:txBody>
      </p:sp>
      <mc:AlternateContent xmlns:mc="http://schemas.openxmlformats.org/markup-compatibility/2006" xmlns:a14="http://schemas.microsoft.com/office/drawing/2010/main">
        <mc:Choice Requires="a14">
          <p:sp>
            <p:nvSpPr>
              <p:cNvPr id="87" name="TextBox 86"/>
              <p:cNvSpPr txBox="1"/>
              <p:nvPr/>
            </p:nvSpPr>
            <p:spPr>
              <a:xfrm>
                <a:off x="12505985" y="15252920"/>
                <a:ext cx="9460203" cy="8624477"/>
              </a:xfrm>
              <a:prstGeom prst="rect">
                <a:avLst/>
              </a:prstGeom>
              <a:noFill/>
            </p:spPr>
            <p:txBody>
              <a:bodyPr wrap="square" rtlCol="0">
                <a:spAutoFit/>
              </a:bodyPr>
              <a:lstStyle/>
              <a:p>
                <a:pPr fontAlgn="t"/>
                <a:r>
                  <a:rPr lang="en-US" sz="3400" b="1" dirty="0"/>
                  <a:t>Distance to CBD: </a:t>
                </a:r>
                <a:r>
                  <a:rPr lang="en-US" sz="3400" dirty="0"/>
                  <a:t>F= </a:t>
                </a:r>
                <a14:m>
                  <m:oMath xmlns:m="http://schemas.openxmlformats.org/officeDocument/2006/math">
                    <m:r>
                      <m:rPr>
                        <m:sty m:val="p"/>
                      </m:rPr>
                      <a:rPr lang="en-US" sz="3400" i="1">
                        <a:latin typeface="Cambria Math" panose="02040503050406030204" pitchFamily="18" charset="0"/>
                      </a:rPr>
                      <m:t>Di</m:t>
                    </m:r>
                    <m:r>
                      <a:rPr lang="en-US" sz="3400">
                        <a:latin typeface="Cambria Math" panose="02040503050406030204" pitchFamily="18" charset="0"/>
                      </a:rPr>
                      <m:t> </m:t>
                    </m:r>
                  </m:oMath>
                </a14:m>
                <a:endParaRPr lang="en-US" sz="3400" dirty="0"/>
              </a:p>
              <a:p>
                <a:pPr fontAlgn="t"/>
                <a:r>
                  <a:rPr lang="en-US" sz="3400" dirty="0"/>
                  <a:t>Where Di is a parcel’s Euclidean distance to the CBD</a:t>
                </a:r>
                <a:r>
                  <a:rPr lang="en-US" sz="3400" b="1" dirty="0"/>
                  <a:t>.</a:t>
                </a:r>
                <a:endParaRPr lang="en-US" sz="3400" dirty="0"/>
              </a:p>
              <a:p>
                <a:pPr fontAlgn="t"/>
                <a:r>
                  <a:rPr lang="en-US" sz="3400" b="1" dirty="0"/>
                  <a:t>Population Weighted Distance: </a:t>
                </a:r>
                <a:endParaRPr lang="en-US" sz="3400" dirty="0"/>
              </a:p>
              <a:p>
                <a:pPr fontAlgn="t"/>
                <a:r>
                  <a:rPr lang="en-US" sz="3400" dirty="0"/>
                  <a:t>P[i] = </a:t>
                </a:r>
                <a14:m>
                  <m:oMath xmlns:m="http://schemas.openxmlformats.org/officeDocument/2006/math">
                    <m:nary>
                      <m:naryPr>
                        <m:chr m:val="∑"/>
                        <m:limLoc m:val="undOvr"/>
                        <m:supHide m:val="on"/>
                        <m:ctrlPr>
                          <a:rPr lang="en-US" sz="3400" i="1">
                            <a:latin typeface="Cambria Math" panose="02040503050406030204" pitchFamily="18" charset="0"/>
                          </a:rPr>
                        </m:ctrlPr>
                      </m:naryPr>
                      <m:sub>
                        <m:r>
                          <m:rPr>
                            <m:sty m:val="p"/>
                          </m:rPr>
                          <a:rPr lang="en-US" sz="3400" i="1">
                            <a:latin typeface="Cambria Math" panose="02040503050406030204" pitchFamily="18" charset="0"/>
                          </a:rPr>
                          <m:t>i</m:t>
                        </m:r>
                        <m:r>
                          <a:rPr lang="en-US" sz="3400">
                            <a:latin typeface="Cambria Math" panose="02040503050406030204" pitchFamily="18" charset="0"/>
                          </a:rPr>
                          <m:t>, </m:t>
                        </m:r>
                        <m:r>
                          <a:rPr lang="en-US" sz="3400" i="1">
                            <a:latin typeface="Cambria Math" panose="02040503050406030204" pitchFamily="18" charset="0"/>
                          </a:rPr>
                          <m:t>𝑗</m:t>
                        </m:r>
                      </m:sub>
                      <m:sup/>
                      <m:e>
                        <m:d>
                          <m:dPr>
                            <m:ctrlPr>
                              <a:rPr lang="en-US" sz="3400" i="1">
                                <a:latin typeface="Cambria Math" panose="02040503050406030204" pitchFamily="18" charset="0"/>
                              </a:rPr>
                            </m:ctrlPr>
                          </m:dPr>
                          <m:e>
                            <m:r>
                              <a:rPr lang="en-US" sz="3400" i="1">
                                <a:latin typeface="Cambria Math" panose="02040503050406030204" pitchFamily="18" charset="0"/>
                              </a:rPr>
                              <m:t>𝑝</m:t>
                            </m:r>
                          </m:e>
                        </m:d>
                      </m:e>
                    </m:nary>
                  </m:oMath>
                </a14:m>
                <a:r>
                  <a:rPr lang="en-US" sz="3400" dirty="0"/>
                  <a:t>(b[</a:t>
                </a:r>
                <a:r>
                  <a:rPr lang="en-US" sz="3400" i="1" dirty="0"/>
                  <a:t>i</a:t>
                </a:r>
                <a:r>
                  <a:rPr lang="en-US" sz="3400" dirty="0"/>
                  <a:t> , 𝑗]) </a:t>
                </a:r>
              </a:p>
              <a:p>
                <a:pPr fontAlgn="t"/>
                <a:r>
                  <a:rPr lang="en-US" sz="3400" dirty="0"/>
                  <a:t>Where b[𝑖 , j] is the Euclidean distance between the centroids of </a:t>
                </a:r>
                <a:r>
                  <a:rPr lang="en-US" sz="3400" dirty="0" smtClean="0"/>
                  <a:t>blockgroups </a:t>
                </a:r>
                <a:r>
                  <a:rPr lang="en-US" sz="3400" dirty="0"/>
                  <a:t>𝑖 and j; </a:t>
                </a:r>
                <a:endParaRPr lang="en-US" sz="3400" dirty="0" smtClean="0"/>
              </a:p>
              <a:p>
                <a:pPr fontAlgn="t"/>
                <a:r>
                  <a:rPr lang="en-US" sz="3400" dirty="0" smtClean="0"/>
                  <a:t>p </a:t>
                </a:r>
                <a:r>
                  <a:rPr lang="en-US" sz="3400" dirty="0"/>
                  <a:t>is the blockgroup population</a:t>
                </a:r>
              </a:p>
              <a:p>
                <a:pPr fontAlgn="t"/>
                <a:r>
                  <a:rPr lang="en-US" sz="3400" b="1" dirty="0"/>
                  <a:t>Straightness: </a:t>
                </a:r>
                <a:r>
                  <a:rPr lang="en-US" sz="3400" dirty="0"/>
                  <a:t>S [i] = </a:t>
                </a:r>
                <a14:m>
                  <m:oMath xmlns:m="http://schemas.openxmlformats.org/officeDocument/2006/math">
                    <m:f>
                      <m:fPr>
                        <m:ctrlPr>
                          <a:rPr lang="en-US" sz="3400" i="1">
                            <a:latin typeface="Cambria Math" panose="02040503050406030204" pitchFamily="18" charset="0"/>
                          </a:rPr>
                        </m:ctrlPr>
                      </m:fPr>
                      <m:num>
                        <m:r>
                          <m:rPr>
                            <m:sty m:val="p"/>
                          </m:rPr>
                          <a:rPr lang="en-US" sz="3400">
                            <a:latin typeface="Cambria Math" panose="02040503050406030204" pitchFamily="18" charset="0"/>
                          </a:rPr>
                          <m:t>δ</m:t>
                        </m:r>
                        <m:r>
                          <a:rPr lang="en-US" sz="3400">
                            <a:latin typeface="Cambria Math" panose="02040503050406030204" pitchFamily="18" charset="0"/>
                          </a:rPr>
                          <m:t>[</m:t>
                        </m:r>
                        <m:r>
                          <m:rPr>
                            <m:sty m:val="p"/>
                          </m:rPr>
                          <a:rPr lang="en-US" sz="3400">
                            <a:latin typeface="Cambria Math" panose="02040503050406030204" pitchFamily="18" charset="0"/>
                          </a:rPr>
                          <m:t>i</m:t>
                        </m:r>
                        <m:r>
                          <a:rPr lang="en-US" sz="3400">
                            <a:latin typeface="Cambria Math" panose="02040503050406030204" pitchFamily="18" charset="0"/>
                          </a:rPr>
                          <m:t> , </m:t>
                        </m:r>
                        <m:r>
                          <m:rPr>
                            <m:sty m:val="p"/>
                          </m:rPr>
                          <a:rPr lang="en-US" sz="3400" i="1">
                            <a:latin typeface="Cambria Math" panose="02040503050406030204" pitchFamily="18" charset="0"/>
                          </a:rPr>
                          <m:t>j</m:t>
                        </m:r>
                        <m:r>
                          <a:rPr lang="en-US" sz="3400">
                            <a:latin typeface="Cambria Math" panose="02040503050406030204" pitchFamily="18" charset="0"/>
                          </a:rPr>
                          <m:t>] </m:t>
                        </m:r>
                      </m:num>
                      <m:den>
                        <m:r>
                          <a:rPr lang="en-US" sz="3400">
                            <a:latin typeface="Cambria Math" panose="02040503050406030204" pitchFamily="18" charset="0"/>
                          </a:rPr>
                          <m:t> </m:t>
                        </m:r>
                        <m:r>
                          <m:rPr>
                            <m:sty m:val="p"/>
                          </m:rPr>
                          <a:rPr lang="en-US" sz="3400" i="1">
                            <a:latin typeface="Cambria Math" panose="02040503050406030204" pitchFamily="18" charset="0"/>
                          </a:rPr>
                          <m:t>d</m:t>
                        </m:r>
                        <m:r>
                          <a:rPr lang="en-US" sz="3400">
                            <a:latin typeface="Cambria Math" panose="02040503050406030204" pitchFamily="18" charset="0"/>
                          </a:rPr>
                          <m:t>[</m:t>
                        </m:r>
                        <m:r>
                          <m:rPr>
                            <m:sty m:val="p"/>
                          </m:rPr>
                          <a:rPr lang="en-US" sz="3400">
                            <a:latin typeface="Cambria Math" panose="02040503050406030204" pitchFamily="18" charset="0"/>
                          </a:rPr>
                          <m:t>i</m:t>
                        </m:r>
                        <m:r>
                          <a:rPr lang="en-US" sz="3400">
                            <a:latin typeface="Cambria Math" panose="02040503050406030204" pitchFamily="18" charset="0"/>
                          </a:rPr>
                          <m:t> , </m:t>
                        </m:r>
                        <m:r>
                          <m:rPr>
                            <m:sty m:val="p"/>
                          </m:rPr>
                          <a:rPr lang="en-US" sz="3400">
                            <a:latin typeface="Cambria Math" panose="02040503050406030204" pitchFamily="18" charset="0"/>
                          </a:rPr>
                          <m:t>j</m:t>
                        </m:r>
                        <m:r>
                          <a:rPr lang="en-US" sz="3400">
                            <a:latin typeface="Cambria Math" panose="02040503050406030204" pitchFamily="18" charset="0"/>
                          </a:rPr>
                          <m:t>] </m:t>
                        </m:r>
                      </m:den>
                    </m:f>
                  </m:oMath>
                </a14:m>
                <a:endParaRPr lang="en-US" sz="3400" dirty="0"/>
              </a:p>
              <a:p>
                <a:pPr fontAlgn="t"/>
                <a:r>
                  <a:rPr lang="en-US" sz="3400" dirty="0"/>
                  <a:t>Where δ[𝑖 , j] is the Euclidean distance between nodes 𝑖 and j; </a:t>
                </a:r>
                <a:r>
                  <a:rPr lang="en-US" sz="3400" dirty="0" smtClean="0"/>
                  <a:t>d</a:t>
                </a:r>
                <a:r>
                  <a:rPr lang="en-US" sz="3400" dirty="0"/>
                  <a:t>[𝑖,j] is the shortest network distance between the two nodes</a:t>
                </a:r>
              </a:p>
              <a:p>
                <a:pPr fontAlgn="t"/>
                <a:r>
                  <a:rPr lang="en-US" sz="3400" b="1" dirty="0"/>
                  <a:t>Betweenness: </a:t>
                </a:r>
                <a:r>
                  <a:rPr lang="en-US" sz="3400" dirty="0"/>
                  <a:t>B[</a:t>
                </a:r>
                <a:r>
                  <a:rPr lang="en-US" sz="3400" i="1" dirty="0"/>
                  <a:t>i</a:t>
                </a:r>
                <a:r>
                  <a:rPr lang="en-US" sz="3400" dirty="0"/>
                  <a:t>]  = </a:t>
                </a:r>
                <a14:m>
                  <m:oMath xmlns:m="http://schemas.openxmlformats.org/officeDocument/2006/math">
                    <m:nary>
                      <m:naryPr>
                        <m:chr m:val="∑"/>
                        <m:limLoc m:val="undOvr"/>
                        <m:supHide m:val="on"/>
                        <m:ctrlPr>
                          <a:rPr lang="en-US" sz="3400" i="1">
                            <a:latin typeface="Cambria Math" panose="02040503050406030204" pitchFamily="18" charset="0"/>
                          </a:rPr>
                        </m:ctrlPr>
                      </m:naryPr>
                      <m:sub>
                        <m:r>
                          <m:rPr>
                            <m:sty m:val="p"/>
                          </m:rPr>
                          <a:rPr lang="en-US" sz="3400" i="1">
                            <a:latin typeface="Cambria Math" panose="02040503050406030204" pitchFamily="18" charset="0"/>
                          </a:rPr>
                          <m:t>i</m:t>
                        </m:r>
                        <m:r>
                          <a:rPr lang="en-US" sz="3400">
                            <a:latin typeface="Cambria Math" panose="02040503050406030204" pitchFamily="18" charset="0"/>
                          </a:rPr>
                          <m:t>, [</m:t>
                        </m:r>
                        <m:r>
                          <m:rPr>
                            <m:sty m:val="p"/>
                          </m:rPr>
                          <a:rPr lang="en-US" sz="3400" i="1">
                            <a:latin typeface="Cambria Math" panose="02040503050406030204" pitchFamily="18" charset="0"/>
                          </a:rPr>
                          <m:t>j</m:t>
                        </m:r>
                        <m:r>
                          <a:rPr lang="en-US" sz="3400">
                            <a:latin typeface="Cambria Math" panose="02040503050406030204" pitchFamily="18" charset="0"/>
                          </a:rPr>
                          <m:t>, </m:t>
                        </m:r>
                        <m:r>
                          <m:rPr>
                            <m:sty m:val="p"/>
                          </m:rPr>
                          <a:rPr lang="en-US" sz="3400" i="1">
                            <a:latin typeface="Cambria Math" panose="02040503050406030204" pitchFamily="18" charset="0"/>
                          </a:rPr>
                          <m:t>k</m:t>
                        </m:r>
                        <m:r>
                          <a:rPr lang="en-US" sz="3400">
                            <a:latin typeface="Cambria Math" panose="02040503050406030204" pitchFamily="18" charset="0"/>
                          </a:rPr>
                          <m:t>]</m:t>
                        </m:r>
                      </m:sub>
                      <m:sup/>
                      <m:e>
                        <m:r>
                          <a:rPr lang="en-US" sz="3400">
                            <a:latin typeface="Cambria Math" panose="02040503050406030204" pitchFamily="18" charset="0"/>
                          </a:rPr>
                          <m:t>(</m:t>
                        </m:r>
                        <m:f>
                          <m:fPr>
                            <m:ctrlPr>
                              <a:rPr lang="en-US" sz="3400" i="1">
                                <a:latin typeface="Cambria Math" panose="02040503050406030204" pitchFamily="18" charset="0"/>
                              </a:rPr>
                            </m:ctrlPr>
                          </m:fPr>
                          <m:num>
                            <m:r>
                              <m:rPr>
                                <m:sty m:val="p"/>
                              </m:rPr>
                              <a:rPr lang="en-US" sz="3400" i="1">
                                <a:latin typeface="Cambria Math" panose="02040503050406030204" pitchFamily="18" charset="0"/>
                              </a:rPr>
                              <m:t>Njk</m:t>
                            </m:r>
                            <m:r>
                              <a:rPr lang="en-US" sz="3400">
                                <a:latin typeface="Cambria Math" panose="02040503050406030204" pitchFamily="18" charset="0"/>
                              </a:rPr>
                              <m:t>[</m:t>
                            </m:r>
                            <m:r>
                              <m:rPr>
                                <m:sty m:val="p"/>
                              </m:rPr>
                              <a:rPr lang="en-US" sz="3400" i="1">
                                <a:latin typeface="Cambria Math" panose="02040503050406030204" pitchFamily="18" charset="0"/>
                              </a:rPr>
                              <m:t>i</m:t>
                            </m:r>
                            <m:r>
                              <a:rPr lang="en-US" sz="3400">
                                <a:latin typeface="Cambria Math" panose="02040503050406030204" pitchFamily="18" charset="0"/>
                              </a:rPr>
                              <m:t>]</m:t>
                            </m:r>
                          </m:num>
                          <m:den>
                            <m:r>
                              <a:rPr lang="en-US" sz="3400" i="1">
                                <a:latin typeface="Cambria Math" panose="02040503050406030204" pitchFamily="18" charset="0"/>
                              </a:rPr>
                              <m:t>𝑁𝑗𝑖</m:t>
                            </m:r>
                          </m:den>
                        </m:f>
                      </m:e>
                    </m:nary>
                    <m:r>
                      <a:rPr lang="en-US" sz="3400">
                        <a:latin typeface="Cambria Math" panose="02040503050406030204" pitchFamily="18" charset="0"/>
                      </a:rPr>
                      <m:t>)</m:t>
                    </m:r>
                  </m:oMath>
                </a14:m>
                <a:endParaRPr lang="en-US" sz="3400" dirty="0"/>
              </a:p>
              <a:p>
                <a:pPr fontAlgn="t"/>
                <a:r>
                  <a:rPr lang="en-US" sz="3400" dirty="0"/>
                  <a:t>Where </a:t>
                </a:r>
                <a:r>
                  <a:rPr lang="en-US" sz="3400" dirty="0" err="1"/>
                  <a:t>N</a:t>
                </a:r>
                <a:r>
                  <a:rPr lang="en-US" sz="3400" i="1" dirty="0" err="1"/>
                  <a:t>jk</a:t>
                </a:r>
                <a:r>
                  <a:rPr lang="en-US" sz="3400" dirty="0"/>
                  <a:t>[i] = number of shortest paths from node j to node k that pass by node i, </a:t>
                </a:r>
                <a:r>
                  <a:rPr lang="en-US" sz="3400" dirty="0" err="1"/>
                  <a:t>Njk</a:t>
                </a:r>
                <a:r>
                  <a:rPr lang="en-US" sz="3400" dirty="0"/>
                  <a:t> = total number of shortest paths from node j to node k </a:t>
                </a:r>
              </a:p>
            </p:txBody>
          </p:sp>
        </mc:Choice>
        <mc:Fallback xmlns="">
          <p:sp>
            <p:nvSpPr>
              <p:cNvPr id="87" name="TextBox 86"/>
              <p:cNvSpPr txBox="1">
                <a:spLocks noRot="1" noChangeAspect="1" noMove="1" noResize="1" noEditPoints="1" noAdjustHandles="1" noChangeArrowheads="1" noChangeShapeType="1" noTextEdit="1"/>
              </p:cNvSpPr>
              <p:nvPr/>
            </p:nvSpPr>
            <p:spPr>
              <a:xfrm>
                <a:off x="12505985" y="15252920"/>
                <a:ext cx="9460203" cy="8624477"/>
              </a:xfrm>
              <a:prstGeom prst="rect">
                <a:avLst/>
              </a:prstGeom>
              <a:blipFill rotWithShape="0">
                <a:blip r:embed="rId22"/>
                <a:stretch>
                  <a:fillRect l="-1805" t="-989" r="-2192" b="-1484"/>
                </a:stretch>
              </a:blipFill>
            </p:spPr>
            <p:txBody>
              <a:bodyPr/>
              <a:lstStyle/>
              <a:p>
                <a:r>
                  <a:rPr lang="en-US">
                    <a:noFill/>
                  </a:rPr>
                  <a:t> </a:t>
                </a:r>
              </a:p>
            </p:txBody>
          </p:sp>
        </mc:Fallback>
      </mc:AlternateContent>
      <p:sp>
        <p:nvSpPr>
          <p:cNvPr id="78" name="TextBox 77"/>
          <p:cNvSpPr txBox="1"/>
          <p:nvPr/>
        </p:nvSpPr>
        <p:spPr>
          <a:xfrm>
            <a:off x="14407063" y="30639181"/>
            <a:ext cx="10562187" cy="1661993"/>
          </a:xfrm>
          <a:prstGeom prst="rect">
            <a:avLst/>
          </a:prstGeom>
          <a:solidFill>
            <a:schemeClr val="bg1"/>
          </a:solidFill>
        </p:spPr>
        <p:txBody>
          <a:bodyPr wrap="square" rtlCol="0">
            <a:spAutoFit/>
          </a:bodyPr>
          <a:lstStyle/>
          <a:p>
            <a:pPr marL="571500" indent="-571500">
              <a:buFont typeface="Arial" panose="020B0604020202020204" pitchFamily="34" charset="0"/>
              <a:buChar char="•"/>
            </a:pPr>
            <a:r>
              <a:rPr lang="en-US" sz="3400" dirty="0" smtClean="0"/>
              <a:t>Interactive terms for residential and other landuses were applied to all variables to control for commercial</a:t>
            </a:r>
          </a:p>
          <a:p>
            <a:pPr marL="571500" indent="-571500">
              <a:buFont typeface="Arial" panose="020B0604020202020204" pitchFamily="34" charset="0"/>
              <a:buChar char="•"/>
            </a:pPr>
            <a:r>
              <a:rPr lang="en-US" sz="3400" dirty="0"/>
              <a:t>Rook-based contiguity </a:t>
            </a:r>
            <a:r>
              <a:rPr lang="en-US" sz="3400" dirty="0" smtClean="0"/>
              <a:t>chosen to </a:t>
            </a:r>
            <a:r>
              <a:rPr lang="en-US" sz="3400" dirty="0"/>
              <a:t>minimize edge </a:t>
            </a:r>
            <a:r>
              <a:rPr lang="en-US" sz="3400" dirty="0" smtClean="0"/>
              <a:t>effects</a:t>
            </a:r>
            <a:endParaRPr lang="en-US" sz="3400" dirty="0"/>
          </a:p>
        </p:txBody>
      </p:sp>
      <p:sp>
        <p:nvSpPr>
          <p:cNvPr id="80" name="TextBox 79"/>
          <p:cNvSpPr txBox="1"/>
          <p:nvPr/>
        </p:nvSpPr>
        <p:spPr>
          <a:xfrm>
            <a:off x="15714423" y="23679892"/>
            <a:ext cx="3640927" cy="615553"/>
          </a:xfrm>
          <a:prstGeom prst="rect">
            <a:avLst/>
          </a:prstGeom>
          <a:noFill/>
        </p:spPr>
        <p:txBody>
          <a:bodyPr wrap="square" rtlCol="0">
            <a:spAutoFit/>
          </a:bodyPr>
          <a:lstStyle/>
          <a:p>
            <a:r>
              <a:rPr lang="en-US" sz="3400" b="1" dirty="0" smtClean="0">
                <a:solidFill>
                  <a:srgbClr val="002060"/>
                </a:solidFill>
                <a:latin typeface="+mj-lt"/>
              </a:rPr>
              <a:t>Betweenness</a:t>
            </a:r>
          </a:p>
        </p:txBody>
      </p:sp>
      <p:sp>
        <p:nvSpPr>
          <p:cNvPr id="82" name="TextBox 81"/>
          <p:cNvSpPr txBox="1"/>
          <p:nvPr/>
        </p:nvSpPr>
        <p:spPr>
          <a:xfrm>
            <a:off x="18861135" y="23679852"/>
            <a:ext cx="3640927" cy="615553"/>
          </a:xfrm>
          <a:prstGeom prst="rect">
            <a:avLst/>
          </a:prstGeom>
          <a:noFill/>
        </p:spPr>
        <p:txBody>
          <a:bodyPr wrap="square" rtlCol="0">
            <a:spAutoFit/>
          </a:bodyPr>
          <a:lstStyle/>
          <a:p>
            <a:r>
              <a:rPr lang="en-US" sz="3400" b="1" dirty="0" smtClean="0">
                <a:solidFill>
                  <a:srgbClr val="002060"/>
                </a:solidFill>
                <a:latin typeface="+mj-lt"/>
              </a:rPr>
              <a:t>Straightness</a:t>
            </a:r>
          </a:p>
        </p:txBody>
      </p:sp>
      <p:sp>
        <p:nvSpPr>
          <p:cNvPr id="83" name="TextBox 82"/>
          <p:cNvSpPr txBox="1"/>
          <p:nvPr/>
        </p:nvSpPr>
        <p:spPr>
          <a:xfrm>
            <a:off x="12602889" y="23679893"/>
            <a:ext cx="3640927" cy="615553"/>
          </a:xfrm>
          <a:prstGeom prst="rect">
            <a:avLst/>
          </a:prstGeom>
          <a:noFill/>
        </p:spPr>
        <p:txBody>
          <a:bodyPr wrap="square" rtlCol="0">
            <a:spAutoFit/>
          </a:bodyPr>
          <a:lstStyle/>
          <a:p>
            <a:r>
              <a:rPr lang="en-US" sz="3400" b="1" dirty="0" smtClean="0">
                <a:solidFill>
                  <a:srgbClr val="002060"/>
                </a:solidFill>
                <a:latin typeface="+mj-lt"/>
              </a:rPr>
              <a:t>Road Network</a:t>
            </a:r>
          </a:p>
        </p:txBody>
      </p:sp>
      <p:pic>
        <p:nvPicPr>
          <p:cNvPr id="27" name="Picture 26"/>
          <p:cNvPicPr>
            <a:picLocks noChangeAspect="1"/>
          </p:cNvPicPr>
          <p:nvPr/>
        </p:nvPicPr>
        <p:blipFill>
          <a:blip r:embed="rId23"/>
          <a:stretch>
            <a:fillRect/>
          </a:stretch>
        </p:blipFill>
        <p:spPr>
          <a:xfrm>
            <a:off x="15809011" y="24298974"/>
            <a:ext cx="2859092" cy="2853778"/>
          </a:xfrm>
          <a:prstGeom prst="rect">
            <a:avLst/>
          </a:prstGeom>
        </p:spPr>
      </p:pic>
      <p:pic>
        <p:nvPicPr>
          <p:cNvPr id="28" name="Picture 27"/>
          <p:cNvPicPr>
            <a:picLocks noChangeAspect="1"/>
          </p:cNvPicPr>
          <p:nvPr/>
        </p:nvPicPr>
        <p:blipFill>
          <a:blip r:embed="rId24"/>
          <a:stretch>
            <a:fillRect/>
          </a:stretch>
        </p:blipFill>
        <p:spPr>
          <a:xfrm>
            <a:off x="18804139" y="24295406"/>
            <a:ext cx="2882005" cy="2849804"/>
          </a:xfrm>
          <a:prstGeom prst="rect">
            <a:avLst/>
          </a:prstGeom>
        </p:spPr>
      </p:pic>
      <p:pic>
        <p:nvPicPr>
          <p:cNvPr id="29" name="Picture 28"/>
          <p:cNvPicPr>
            <a:picLocks noChangeAspect="1"/>
          </p:cNvPicPr>
          <p:nvPr/>
        </p:nvPicPr>
        <p:blipFill>
          <a:blip r:embed="rId25"/>
          <a:stretch>
            <a:fillRect/>
          </a:stretch>
        </p:blipFill>
        <p:spPr>
          <a:xfrm>
            <a:off x="12515888" y="24297195"/>
            <a:ext cx="3028384" cy="2847426"/>
          </a:xfrm>
          <a:prstGeom prst="rect">
            <a:avLst/>
          </a:prstGeom>
        </p:spPr>
      </p:pic>
      <p:pic>
        <p:nvPicPr>
          <p:cNvPr id="75" name="Picture 74"/>
          <p:cNvPicPr/>
          <p:nvPr/>
        </p:nvPicPr>
        <p:blipFill>
          <a:blip r:embed="rId26">
            <a:extLst>
              <a:ext uri="{28A0092B-C50C-407E-A947-70E740481C1C}">
                <a14:useLocalDpi xmlns:a14="http://schemas.microsoft.com/office/drawing/2010/main" val="0"/>
              </a:ext>
            </a:extLst>
          </a:blip>
          <a:srcRect/>
          <a:stretch>
            <a:fillRect/>
          </a:stretch>
        </p:blipFill>
        <p:spPr bwMode="auto">
          <a:xfrm>
            <a:off x="22557522" y="17947657"/>
            <a:ext cx="20566351" cy="7808199"/>
          </a:xfrm>
          <a:prstGeom prst="rect">
            <a:avLst/>
          </a:prstGeom>
          <a:noFill/>
          <a:ln>
            <a:noFill/>
          </a:ln>
        </p:spPr>
      </p:pic>
      <p:pic>
        <p:nvPicPr>
          <p:cNvPr id="6" name="Picture 5"/>
          <p:cNvPicPr>
            <a:picLocks noChangeAspect="1"/>
          </p:cNvPicPr>
          <p:nvPr/>
        </p:nvPicPr>
        <p:blipFill>
          <a:blip r:embed="rId27"/>
          <a:stretch>
            <a:fillRect/>
          </a:stretch>
        </p:blipFill>
        <p:spPr>
          <a:xfrm>
            <a:off x="36376630" y="16702030"/>
            <a:ext cx="7144069" cy="1614374"/>
          </a:xfrm>
          <a:prstGeom prst="rect">
            <a:avLst/>
          </a:prstGeom>
        </p:spPr>
      </p:pic>
      <p:pic>
        <p:nvPicPr>
          <p:cNvPr id="85" name="Picture 84"/>
          <p:cNvPicPr>
            <a:picLocks noChangeAspect="1"/>
          </p:cNvPicPr>
          <p:nvPr/>
        </p:nvPicPr>
        <p:blipFill rotWithShape="1">
          <a:blip r:embed="rId28"/>
          <a:srcRect l="-1" r="41991" b="12960"/>
          <a:stretch/>
        </p:blipFill>
        <p:spPr>
          <a:xfrm>
            <a:off x="22417030" y="7773855"/>
            <a:ext cx="5242809" cy="8470182"/>
          </a:xfrm>
          <a:prstGeom prst="rect">
            <a:avLst/>
          </a:prstGeom>
        </p:spPr>
      </p:pic>
      <p:pic>
        <p:nvPicPr>
          <p:cNvPr id="86" name="Picture 85"/>
          <p:cNvPicPr/>
          <p:nvPr/>
        </p:nvPicPr>
        <p:blipFill>
          <a:blip r:embed="rId29">
            <a:extLst>
              <a:ext uri="{28A0092B-C50C-407E-A947-70E740481C1C}">
                <a14:useLocalDpi xmlns:a14="http://schemas.microsoft.com/office/drawing/2010/main" val="0"/>
              </a:ext>
            </a:extLst>
          </a:blip>
          <a:srcRect/>
          <a:stretch>
            <a:fillRect/>
          </a:stretch>
        </p:blipFill>
        <p:spPr bwMode="auto">
          <a:xfrm>
            <a:off x="30820836" y="7572650"/>
            <a:ext cx="8894702" cy="4729079"/>
          </a:xfrm>
          <a:prstGeom prst="rect">
            <a:avLst/>
          </a:prstGeom>
          <a:noFill/>
          <a:ln>
            <a:noFill/>
          </a:ln>
        </p:spPr>
      </p:pic>
      <p:pic>
        <p:nvPicPr>
          <p:cNvPr id="89" name="Picture 88"/>
          <p:cNvPicPr>
            <a:picLocks noChangeAspect="1"/>
          </p:cNvPicPr>
          <p:nvPr/>
        </p:nvPicPr>
        <p:blipFill rotWithShape="1">
          <a:blip r:embed="rId30"/>
          <a:srcRect l="79952" t="64557" r="7500" b="33238"/>
          <a:stretch/>
        </p:blipFill>
        <p:spPr>
          <a:xfrm>
            <a:off x="40627525" y="8866454"/>
            <a:ext cx="2145245" cy="412162"/>
          </a:xfrm>
          <a:prstGeom prst="rect">
            <a:avLst/>
          </a:prstGeom>
        </p:spPr>
      </p:pic>
      <p:pic>
        <p:nvPicPr>
          <p:cNvPr id="92" name="Picture 91"/>
          <p:cNvPicPr>
            <a:picLocks noChangeAspect="1"/>
          </p:cNvPicPr>
          <p:nvPr/>
        </p:nvPicPr>
        <p:blipFill rotWithShape="1">
          <a:blip r:embed="rId28"/>
          <a:srcRect l="31420" t="88009" r="53140" b="6265"/>
          <a:stretch/>
        </p:blipFill>
        <p:spPr>
          <a:xfrm>
            <a:off x="27860964" y="8293297"/>
            <a:ext cx="2898391" cy="1157420"/>
          </a:xfrm>
          <a:prstGeom prst="rect">
            <a:avLst/>
          </a:prstGeom>
        </p:spPr>
      </p:pic>
      <p:sp>
        <p:nvSpPr>
          <p:cNvPr id="95" name="Oval 94"/>
          <p:cNvSpPr/>
          <p:nvPr/>
        </p:nvSpPr>
        <p:spPr>
          <a:xfrm>
            <a:off x="27834123" y="8223465"/>
            <a:ext cx="2733930" cy="1551007"/>
          </a:xfrm>
          <a:prstGeom prst="ellips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TextBox 100"/>
          <p:cNvSpPr txBox="1"/>
          <p:nvPr/>
        </p:nvSpPr>
        <p:spPr>
          <a:xfrm>
            <a:off x="22271643" y="6885668"/>
            <a:ext cx="10052692" cy="738664"/>
          </a:xfrm>
          <a:prstGeom prst="rect">
            <a:avLst/>
          </a:prstGeom>
          <a:solidFill>
            <a:schemeClr val="bg1"/>
          </a:solidFill>
        </p:spPr>
        <p:txBody>
          <a:bodyPr wrap="square" rtlCol="0">
            <a:spAutoFit/>
          </a:bodyPr>
          <a:lstStyle/>
          <a:p>
            <a:r>
              <a:rPr lang="en-US" sz="4200" b="1" dirty="0" smtClean="0">
                <a:latin typeface="+mj-lt"/>
              </a:rPr>
              <a:t>(a) OLS with control </a:t>
            </a:r>
            <a:r>
              <a:rPr lang="en-US" sz="4200" b="1" dirty="0"/>
              <a:t>v</a:t>
            </a:r>
            <a:r>
              <a:rPr lang="en-US" sz="4200" b="1" dirty="0" smtClean="0"/>
              <a:t>ariables only</a:t>
            </a:r>
            <a:endParaRPr lang="en-US" sz="4200" b="1" dirty="0"/>
          </a:p>
        </p:txBody>
      </p:sp>
      <p:sp>
        <p:nvSpPr>
          <p:cNvPr id="102" name="TextBox 101"/>
          <p:cNvSpPr txBox="1"/>
          <p:nvPr/>
        </p:nvSpPr>
        <p:spPr>
          <a:xfrm>
            <a:off x="30608334" y="6884129"/>
            <a:ext cx="12912365" cy="738664"/>
          </a:xfrm>
          <a:prstGeom prst="rect">
            <a:avLst/>
          </a:prstGeom>
          <a:solidFill>
            <a:schemeClr val="bg1"/>
          </a:solidFill>
        </p:spPr>
        <p:txBody>
          <a:bodyPr wrap="square" rtlCol="0">
            <a:spAutoFit/>
          </a:bodyPr>
          <a:lstStyle/>
          <a:p>
            <a:r>
              <a:rPr lang="en-US" sz="4200" b="1" dirty="0" smtClean="0">
                <a:latin typeface="+mj-lt"/>
              </a:rPr>
              <a:t>(b) OLS with </a:t>
            </a:r>
            <a:r>
              <a:rPr lang="en-US" sz="4200" b="1" dirty="0">
                <a:latin typeface="+mj-lt"/>
              </a:rPr>
              <a:t>c</a:t>
            </a:r>
            <a:r>
              <a:rPr lang="en-US" sz="4200" b="1" dirty="0" smtClean="0">
                <a:latin typeface="+mj-lt"/>
              </a:rPr>
              <a:t>ontrol </a:t>
            </a:r>
            <a:r>
              <a:rPr lang="en-US" sz="4200" b="1" dirty="0"/>
              <a:t>v</a:t>
            </a:r>
            <a:r>
              <a:rPr lang="en-US" sz="4200" b="1" dirty="0" smtClean="0"/>
              <a:t>ariables </a:t>
            </a:r>
            <a:r>
              <a:rPr lang="en-US" sz="4200" b="1" dirty="0"/>
              <a:t>and centrality </a:t>
            </a:r>
            <a:r>
              <a:rPr lang="en-US" sz="4200" b="1" dirty="0" smtClean="0"/>
              <a:t>measures</a:t>
            </a:r>
            <a:endParaRPr lang="en-US" sz="4200" b="1" dirty="0"/>
          </a:p>
        </p:txBody>
      </p:sp>
      <p:sp>
        <p:nvSpPr>
          <p:cNvPr id="103" name="Oval 102"/>
          <p:cNvSpPr/>
          <p:nvPr/>
        </p:nvSpPr>
        <p:spPr>
          <a:xfrm>
            <a:off x="40243929" y="8299862"/>
            <a:ext cx="2733930" cy="1551007"/>
          </a:xfrm>
          <a:prstGeom prst="ellips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TextBox 104"/>
          <p:cNvSpPr txBox="1"/>
          <p:nvPr/>
        </p:nvSpPr>
        <p:spPr>
          <a:xfrm>
            <a:off x="36671894" y="12619379"/>
            <a:ext cx="7144069" cy="1661993"/>
          </a:xfrm>
          <a:prstGeom prst="rect">
            <a:avLst/>
          </a:prstGeom>
          <a:solidFill>
            <a:schemeClr val="bg1"/>
          </a:solidFill>
        </p:spPr>
        <p:txBody>
          <a:bodyPr wrap="square" rtlCol="0">
            <a:spAutoFit/>
          </a:bodyPr>
          <a:lstStyle/>
          <a:p>
            <a:r>
              <a:rPr lang="en-US" sz="3400" b="1" dirty="0" smtClean="0">
                <a:latin typeface="+mj-lt"/>
              </a:rPr>
              <a:t>Note: </a:t>
            </a:r>
            <a:r>
              <a:rPr lang="en-US" sz="3400" dirty="0" smtClean="0">
                <a:latin typeface="+mj-lt"/>
              </a:rPr>
              <a:t> All centrality variables are divided by one standard deviation from the population mean. </a:t>
            </a:r>
            <a:endParaRPr lang="en-US" sz="3400" b="1" dirty="0"/>
          </a:p>
        </p:txBody>
      </p:sp>
      <p:pic>
        <p:nvPicPr>
          <p:cNvPr id="106" name="Picture 105"/>
          <p:cNvPicPr>
            <a:picLocks noChangeAspect="1"/>
          </p:cNvPicPr>
          <p:nvPr/>
        </p:nvPicPr>
        <p:blipFill rotWithShape="1">
          <a:blip r:embed="rId28"/>
          <a:srcRect l="-1233" t="93736" r="65523" b="-607"/>
          <a:stretch/>
        </p:blipFill>
        <p:spPr>
          <a:xfrm>
            <a:off x="28067954" y="11328779"/>
            <a:ext cx="2691401" cy="557646"/>
          </a:xfrm>
          <a:prstGeom prst="rect">
            <a:avLst/>
          </a:prstGeom>
        </p:spPr>
      </p:pic>
      <p:graphicFrame>
        <p:nvGraphicFramePr>
          <p:cNvPr id="107" name="Table 106"/>
          <p:cNvGraphicFramePr>
            <a:graphicFrameLocks noGrp="1"/>
          </p:cNvGraphicFramePr>
          <p:nvPr>
            <p:extLst>
              <p:ext uri="{D42A27DB-BD31-4B8C-83A1-F6EECF244321}">
                <p14:modId xmlns:p14="http://schemas.microsoft.com/office/powerpoint/2010/main" val="272127495"/>
              </p:ext>
            </p:extLst>
          </p:nvPr>
        </p:nvGraphicFramePr>
        <p:xfrm>
          <a:off x="27901382" y="13694264"/>
          <a:ext cx="8077200" cy="4634073"/>
        </p:xfrm>
        <a:graphic>
          <a:graphicData uri="http://schemas.openxmlformats.org/drawingml/2006/table">
            <a:tbl>
              <a:tblPr firstRow="1" firstCol="1" bandRow="1"/>
              <a:tblGrid>
                <a:gridCol w="1981200"/>
                <a:gridCol w="1247436"/>
                <a:gridCol w="1443789"/>
                <a:gridCol w="1880775"/>
                <a:gridCol w="1524000"/>
              </a:tblGrid>
              <a:tr h="1267972">
                <a:tc>
                  <a:txBody>
                    <a:bodyPr/>
                    <a:lstStyle/>
                    <a:p>
                      <a:pPr>
                        <a:lnSpc>
                          <a:spcPct val="107000"/>
                        </a:lnSpc>
                      </a:pPr>
                      <a:endParaRPr lang="en-US" sz="2000" dirty="0">
                        <a:effectLst/>
                        <a:latin typeface="Calibri" panose="020F0502020204030204" pitchFamily="34" charset="0"/>
                      </a:endParaRPr>
                    </a:p>
                  </a:txBody>
                  <a:tcPr marL="68580" marR="68580" marT="0"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tc>
                  <a:txBody>
                    <a:bodyPr/>
                    <a:lstStyle/>
                    <a:p>
                      <a:pPr marL="0" marR="0">
                        <a:lnSpc>
                          <a:spcPct val="107000"/>
                        </a:lnSpc>
                        <a:spcBef>
                          <a:spcPts val="0"/>
                        </a:spcBef>
                        <a:spcAft>
                          <a:spcPts val="0"/>
                        </a:spcAft>
                      </a:pPr>
                      <a:r>
                        <a:rPr lang="en-US" sz="20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Distance to CBD</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marL="0" marR="0">
                        <a:lnSpc>
                          <a:spcPct val="107000"/>
                        </a:lnSpc>
                        <a:spcBef>
                          <a:spcPts val="0"/>
                        </a:spcBef>
                        <a:spcAft>
                          <a:spcPts val="0"/>
                        </a:spcAft>
                      </a:pPr>
                      <a:r>
                        <a:rPr lang="en-US" sz="20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Population Weighted Distance</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marL="0" marR="0">
                        <a:lnSpc>
                          <a:spcPct val="107000"/>
                        </a:lnSpc>
                        <a:spcBef>
                          <a:spcPts val="0"/>
                        </a:spcBef>
                        <a:spcAft>
                          <a:spcPts val="0"/>
                        </a:spcAft>
                      </a:pPr>
                      <a:r>
                        <a:rPr lang="en-US" sz="20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Betweenness </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marL="0" marR="0">
                        <a:lnSpc>
                          <a:spcPct val="107000"/>
                        </a:lnSpc>
                        <a:spcBef>
                          <a:spcPts val="0"/>
                        </a:spcBef>
                        <a:spcAft>
                          <a:spcPts val="0"/>
                        </a:spcAft>
                      </a:pPr>
                      <a:r>
                        <a:rPr lang="en-US" sz="20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Straightness</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r>
              <a:tr h="499589">
                <a:tc>
                  <a:txBody>
                    <a:bodyPr/>
                    <a:lstStyle/>
                    <a:p>
                      <a:pPr marL="0" marR="0">
                        <a:lnSpc>
                          <a:spcPct val="107000"/>
                        </a:lnSpc>
                        <a:spcBef>
                          <a:spcPts val="0"/>
                        </a:spcBef>
                        <a:spcAft>
                          <a:spcPts val="0"/>
                        </a:spcAft>
                      </a:pPr>
                      <a:r>
                        <a:rPr lang="en-US" sz="20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Distance to </a:t>
                      </a:r>
                      <a:r>
                        <a:rPr lang="en-US" sz="2000" b="1"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CBD</a:t>
                      </a:r>
                    </a:p>
                    <a:p>
                      <a:pPr marL="0" marR="0">
                        <a:lnSpc>
                          <a:spcPct val="107000"/>
                        </a:lnSpc>
                        <a:spcBef>
                          <a:spcPts val="0"/>
                        </a:spcBef>
                        <a:spcAft>
                          <a:spcPts val="0"/>
                        </a:spcAft>
                      </a:pP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marL="0" marR="0" algn="r">
                        <a:lnSpc>
                          <a:spcPct val="107000"/>
                        </a:lnSpc>
                        <a:spcBef>
                          <a:spcPts val="0"/>
                        </a:spcBef>
                        <a:spcAft>
                          <a:spcPts val="0"/>
                        </a:spcAft>
                      </a:pP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lnL>
                      <a:noFill/>
                    </a:lnL>
                    <a:lnR>
                      <a:noFill/>
                    </a:lnR>
                    <a:lnT>
                      <a:noFill/>
                    </a:lnT>
                    <a:lnB>
                      <a:noFill/>
                    </a:lnB>
                  </a:tcPr>
                </a:tc>
                <a:tc>
                  <a:txBody>
                    <a:bodyPr/>
                    <a:lstStyle/>
                    <a:p>
                      <a:pPr>
                        <a:lnSpc>
                          <a:spcPct val="107000"/>
                        </a:lnSpc>
                      </a:pPr>
                      <a:endParaRPr lang="en-US" sz="2000">
                        <a:effectLst/>
                        <a:latin typeface="Calibri" panose="020F0502020204030204" pitchFamily="34" charset="0"/>
                      </a:endParaRPr>
                    </a:p>
                  </a:txBody>
                  <a:tcPr marL="68580" marR="68580" marT="0" marB="0" anchor="b">
                    <a:lnL>
                      <a:noFill/>
                    </a:lnL>
                    <a:lnR>
                      <a:noFill/>
                    </a:lnR>
                    <a:lnT>
                      <a:noFill/>
                    </a:lnT>
                    <a:lnB>
                      <a:noFill/>
                    </a:lnB>
                  </a:tcPr>
                </a:tc>
                <a:tc>
                  <a:txBody>
                    <a:bodyPr/>
                    <a:lstStyle/>
                    <a:p>
                      <a:pPr>
                        <a:lnSpc>
                          <a:spcPct val="107000"/>
                        </a:lnSpc>
                      </a:pPr>
                      <a:endParaRPr lang="en-US" sz="2000">
                        <a:effectLst/>
                        <a:latin typeface="Calibri" panose="020F0502020204030204" pitchFamily="34" charset="0"/>
                      </a:endParaRPr>
                    </a:p>
                  </a:txBody>
                  <a:tcPr marL="68580" marR="68580" marT="0" marB="0" anchor="b">
                    <a:lnL>
                      <a:noFill/>
                    </a:lnL>
                    <a:lnR>
                      <a:noFill/>
                    </a:lnR>
                    <a:lnT>
                      <a:noFill/>
                    </a:lnT>
                    <a:lnB>
                      <a:noFill/>
                    </a:lnB>
                  </a:tcPr>
                </a:tc>
                <a:tc>
                  <a:txBody>
                    <a:bodyPr/>
                    <a:lstStyle/>
                    <a:p>
                      <a:pPr>
                        <a:lnSpc>
                          <a:spcPct val="107000"/>
                        </a:lnSpc>
                      </a:pPr>
                      <a:endParaRPr lang="en-US" sz="2000">
                        <a:effectLst/>
                        <a:latin typeface="Calibri" panose="020F0502020204030204" pitchFamily="34" charset="0"/>
                      </a:endParaRPr>
                    </a:p>
                  </a:txBody>
                  <a:tcPr marL="68580" marR="68580" marT="0" marB="0" anchor="b">
                    <a:lnL>
                      <a:noFill/>
                    </a:lnL>
                    <a:lnR w="12700" cap="flat" cmpd="sng" algn="ctr">
                      <a:solidFill>
                        <a:srgbClr val="000000"/>
                      </a:solidFill>
                      <a:prstDash val="solid"/>
                      <a:round/>
                      <a:headEnd type="none" w="med" len="med"/>
                      <a:tailEnd type="none" w="med" len="med"/>
                    </a:lnR>
                    <a:lnT>
                      <a:noFill/>
                    </a:lnT>
                    <a:lnB>
                      <a:noFill/>
                    </a:lnB>
                  </a:tcPr>
                </a:tc>
              </a:tr>
              <a:tr h="1013141">
                <a:tc>
                  <a:txBody>
                    <a:bodyPr/>
                    <a:lstStyle/>
                    <a:p>
                      <a:pPr marL="0" marR="0">
                        <a:lnSpc>
                          <a:spcPct val="107000"/>
                        </a:lnSpc>
                        <a:spcBef>
                          <a:spcPts val="0"/>
                        </a:spcBef>
                        <a:spcAft>
                          <a:spcPts val="0"/>
                        </a:spcAft>
                      </a:pPr>
                      <a:r>
                        <a:rPr lang="en-US" sz="20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Population Weighted </a:t>
                      </a:r>
                      <a:r>
                        <a:rPr lang="en-US" sz="2000" b="1"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Distance</a:t>
                      </a:r>
                    </a:p>
                    <a:p>
                      <a:pPr marL="0" marR="0">
                        <a:lnSpc>
                          <a:spcPct val="107000"/>
                        </a:lnSpc>
                        <a:spcBef>
                          <a:spcPts val="0"/>
                        </a:spcBef>
                        <a:spcAft>
                          <a:spcPts val="0"/>
                        </a:spcAft>
                      </a:pP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marL="0" marR="0" algn="r">
                        <a:lnSpc>
                          <a:spcPct val="107000"/>
                        </a:lnSpc>
                        <a:spcBef>
                          <a:spcPts val="0"/>
                        </a:spcBef>
                        <a:spcAft>
                          <a:spcPts val="0"/>
                        </a:spcAft>
                      </a:pP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2000"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0.0339</a:t>
                      </a:r>
                    </a:p>
                    <a:p>
                      <a:pPr marL="0" marR="0" algn="r">
                        <a:lnSpc>
                          <a:spcPct val="107000"/>
                        </a:lnSpc>
                        <a:spcBef>
                          <a:spcPts val="0"/>
                        </a:spcBef>
                        <a:spcAft>
                          <a:spcPts val="0"/>
                        </a:spcAft>
                      </a:pP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lnL>
                      <a:noFill/>
                    </a:lnL>
                    <a:lnR>
                      <a:noFill/>
                    </a:lnR>
                    <a:lnT>
                      <a:noFill/>
                    </a:lnT>
                    <a:lnB>
                      <a:noFill/>
                    </a:lnB>
                  </a:tcPr>
                </a:tc>
                <a:tc>
                  <a:txBody>
                    <a:bodyPr/>
                    <a:lstStyle/>
                    <a:p>
                      <a:pPr marL="0" marR="0" algn="r">
                        <a:lnSpc>
                          <a:spcPct val="107000"/>
                        </a:lnSpc>
                        <a:spcBef>
                          <a:spcPts val="0"/>
                        </a:spcBef>
                        <a:spcAft>
                          <a:spcPts val="0"/>
                        </a:spcAft>
                      </a:pPr>
                      <a:r>
                        <a:rPr lang="en-US" sz="2000"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a:t>
                      </a:r>
                    </a:p>
                    <a:p>
                      <a:pPr marL="0" marR="0" algn="r">
                        <a:lnSpc>
                          <a:spcPct val="107000"/>
                        </a:lnSpc>
                        <a:spcBef>
                          <a:spcPts val="0"/>
                        </a:spcBef>
                        <a:spcAft>
                          <a:spcPts val="0"/>
                        </a:spcAft>
                      </a:pP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lnL>
                      <a:noFill/>
                    </a:lnL>
                    <a:lnR>
                      <a:noFill/>
                    </a:lnR>
                    <a:lnT>
                      <a:noFill/>
                    </a:lnT>
                    <a:lnB>
                      <a:noFill/>
                    </a:lnB>
                  </a:tcPr>
                </a:tc>
                <a:tc>
                  <a:txBody>
                    <a:bodyPr/>
                    <a:lstStyle/>
                    <a:p>
                      <a:pPr>
                        <a:lnSpc>
                          <a:spcPct val="107000"/>
                        </a:lnSpc>
                      </a:pPr>
                      <a:endParaRPr lang="en-US" sz="2000" dirty="0" smtClean="0">
                        <a:effectLst/>
                        <a:latin typeface="Calibri" panose="020F0502020204030204" pitchFamily="34" charset="0"/>
                      </a:endParaRPr>
                    </a:p>
                    <a:p>
                      <a:pPr>
                        <a:lnSpc>
                          <a:spcPct val="107000"/>
                        </a:lnSpc>
                      </a:pPr>
                      <a:endParaRPr lang="en-US" sz="2000" dirty="0" smtClean="0">
                        <a:effectLst/>
                        <a:latin typeface="Calibri" panose="020F0502020204030204" pitchFamily="34" charset="0"/>
                      </a:endParaRPr>
                    </a:p>
                    <a:p>
                      <a:pPr>
                        <a:lnSpc>
                          <a:spcPct val="107000"/>
                        </a:lnSpc>
                      </a:pPr>
                      <a:endParaRPr lang="en-US" sz="2000" dirty="0">
                        <a:effectLst/>
                        <a:latin typeface="Calibri" panose="020F0502020204030204" pitchFamily="34" charset="0"/>
                      </a:endParaRPr>
                    </a:p>
                  </a:txBody>
                  <a:tcPr marL="68580" marR="68580" marT="0" marB="0" anchor="b">
                    <a:lnL>
                      <a:noFill/>
                    </a:lnL>
                    <a:lnR>
                      <a:noFill/>
                    </a:lnR>
                    <a:lnT>
                      <a:noFill/>
                    </a:lnT>
                    <a:lnB>
                      <a:noFill/>
                    </a:lnB>
                  </a:tcPr>
                </a:tc>
                <a:tc>
                  <a:txBody>
                    <a:bodyPr/>
                    <a:lstStyle/>
                    <a:p>
                      <a:pPr>
                        <a:lnSpc>
                          <a:spcPct val="107000"/>
                        </a:lnSpc>
                      </a:pPr>
                      <a:endParaRPr lang="en-US" sz="2000">
                        <a:effectLst/>
                        <a:latin typeface="Calibri" panose="020F0502020204030204" pitchFamily="34" charset="0"/>
                      </a:endParaRPr>
                    </a:p>
                  </a:txBody>
                  <a:tcPr marL="68580" marR="68580" marT="0" marB="0" anchor="b">
                    <a:lnL>
                      <a:noFill/>
                    </a:lnL>
                    <a:lnR w="12700" cap="flat" cmpd="sng" algn="ctr">
                      <a:solidFill>
                        <a:srgbClr val="000000"/>
                      </a:solidFill>
                      <a:prstDash val="solid"/>
                      <a:round/>
                      <a:headEnd type="none" w="med" len="med"/>
                      <a:tailEnd type="none" w="med" len="med"/>
                    </a:lnR>
                    <a:lnT>
                      <a:noFill/>
                    </a:lnT>
                    <a:lnB>
                      <a:noFill/>
                    </a:lnB>
                  </a:tcPr>
                </a:tc>
              </a:tr>
              <a:tr h="757013">
                <a:tc>
                  <a:txBody>
                    <a:bodyPr/>
                    <a:lstStyle/>
                    <a:p>
                      <a:pPr marL="0" marR="0">
                        <a:lnSpc>
                          <a:spcPct val="107000"/>
                        </a:lnSpc>
                        <a:spcBef>
                          <a:spcPts val="0"/>
                        </a:spcBef>
                        <a:spcAft>
                          <a:spcPts val="0"/>
                        </a:spcAft>
                      </a:pPr>
                      <a:r>
                        <a:rPr lang="en-US" sz="2000" b="1"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Betweenness </a:t>
                      </a:r>
                    </a:p>
                    <a:p>
                      <a:pPr marL="0" marR="0">
                        <a:lnSpc>
                          <a:spcPct val="107000"/>
                        </a:lnSpc>
                        <a:spcBef>
                          <a:spcPts val="0"/>
                        </a:spcBef>
                        <a:spcAft>
                          <a:spcPts val="0"/>
                        </a:spcAft>
                      </a:pP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marL="0" marR="0" algn="r">
                        <a:lnSpc>
                          <a:spcPct val="107000"/>
                        </a:lnSpc>
                        <a:spcBef>
                          <a:spcPts val="0"/>
                        </a:spcBef>
                        <a:spcAft>
                          <a:spcPts val="0"/>
                        </a:spcAft>
                      </a:pP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2000"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0.0278</a:t>
                      </a:r>
                    </a:p>
                    <a:p>
                      <a:pPr marL="0" marR="0" algn="r">
                        <a:lnSpc>
                          <a:spcPct val="107000"/>
                        </a:lnSpc>
                        <a:spcBef>
                          <a:spcPts val="0"/>
                        </a:spcBef>
                        <a:spcAft>
                          <a:spcPts val="0"/>
                        </a:spcAft>
                      </a:pP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lnL>
                      <a:noFill/>
                    </a:lnL>
                    <a:lnR>
                      <a:noFill/>
                    </a:lnR>
                    <a:lnT>
                      <a:noFill/>
                    </a:lnT>
                    <a:lnB>
                      <a:noFill/>
                    </a:lnB>
                  </a:tcPr>
                </a:tc>
                <a:tc>
                  <a:txBody>
                    <a:bodyPr/>
                    <a:lstStyle/>
                    <a:p>
                      <a:pPr marL="0" marR="0" algn="r">
                        <a:lnSpc>
                          <a:spcPct val="107000"/>
                        </a:lnSpc>
                        <a:spcBef>
                          <a:spcPts val="0"/>
                        </a:spcBef>
                        <a:spcAft>
                          <a:spcPts val="0"/>
                        </a:spcAft>
                      </a:pP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2000"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0.0491</a:t>
                      </a:r>
                    </a:p>
                    <a:p>
                      <a:pPr marL="0" marR="0" algn="r">
                        <a:lnSpc>
                          <a:spcPct val="107000"/>
                        </a:lnSpc>
                        <a:spcBef>
                          <a:spcPts val="0"/>
                        </a:spcBef>
                        <a:spcAft>
                          <a:spcPts val="0"/>
                        </a:spcAft>
                      </a:pP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lnL>
                      <a:noFill/>
                    </a:lnL>
                    <a:lnR>
                      <a:noFill/>
                    </a:lnR>
                    <a:lnT>
                      <a:noFill/>
                    </a:lnT>
                    <a:lnB>
                      <a:noFill/>
                    </a:lnB>
                  </a:tcPr>
                </a:tc>
                <a:tc>
                  <a:txBody>
                    <a:bodyPr/>
                    <a:lstStyle/>
                    <a:p>
                      <a:pPr marL="0" marR="0" algn="r">
                        <a:lnSpc>
                          <a:spcPct val="107000"/>
                        </a:lnSpc>
                        <a:spcBef>
                          <a:spcPts val="0"/>
                        </a:spcBef>
                        <a:spcAft>
                          <a:spcPts val="0"/>
                        </a:spcAft>
                      </a:pPr>
                      <a:r>
                        <a:rPr lang="en-US" sz="2000"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a:t>
                      </a:r>
                    </a:p>
                    <a:p>
                      <a:pPr marL="0" marR="0" algn="r">
                        <a:lnSpc>
                          <a:spcPct val="107000"/>
                        </a:lnSpc>
                        <a:spcBef>
                          <a:spcPts val="0"/>
                        </a:spcBef>
                        <a:spcAft>
                          <a:spcPts val="0"/>
                        </a:spcAft>
                      </a:pP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lnL>
                      <a:noFill/>
                    </a:lnL>
                    <a:lnR>
                      <a:noFill/>
                    </a:lnR>
                    <a:lnT>
                      <a:noFill/>
                    </a:lnT>
                    <a:lnB>
                      <a:noFill/>
                    </a:lnB>
                  </a:tcPr>
                </a:tc>
                <a:tc>
                  <a:txBody>
                    <a:bodyPr/>
                    <a:lstStyle/>
                    <a:p>
                      <a:pPr>
                        <a:lnSpc>
                          <a:spcPct val="107000"/>
                        </a:lnSpc>
                      </a:pPr>
                      <a:endParaRPr lang="en-US" sz="2000" dirty="0">
                        <a:effectLst/>
                        <a:latin typeface="Calibri" panose="020F0502020204030204" pitchFamily="34" charset="0"/>
                      </a:endParaRPr>
                    </a:p>
                  </a:txBody>
                  <a:tcPr marL="68580" marR="68580" marT="0" marB="0" anchor="b">
                    <a:lnL>
                      <a:noFill/>
                    </a:lnL>
                    <a:lnR w="12700" cap="flat" cmpd="sng" algn="ctr">
                      <a:solidFill>
                        <a:srgbClr val="000000"/>
                      </a:solidFill>
                      <a:prstDash val="solid"/>
                      <a:round/>
                      <a:headEnd type="none" w="med" len="med"/>
                      <a:tailEnd type="none" w="med" len="med"/>
                    </a:lnR>
                    <a:lnT>
                      <a:noFill/>
                    </a:lnT>
                    <a:lnB>
                      <a:noFill/>
                    </a:lnB>
                  </a:tcPr>
                </a:tc>
              </a:tr>
              <a:tr h="500885">
                <a:tc>
                  <a:txBody>
                    <a:bodyPr/>
                    <a:lstStyle/>
                    <a:p>
                      <a:pPr marL="0" marR="0">
                        <a:lnSpc>
                          <a:spcPct val="107000"/>
                        </a:lnSpc>
                        <a:spcBef>
                          <a:spcPts val="0"/>
                        </a:spcBef>
                        <a:spcAft>
                          <a:spcPts val="0"/>
                        </a:spcAft>
                      </a:pPr>
                      <a:r>
                        <a:rPr lang="en-US" sz="2000" b="1"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Straightness</a:t>
                      </a:r>
                    </a:p>
                    <a:p>
                      <a:pPr marL="0" marR="0">
                        <a:lnSpc>
                          <a:spcPct val="107000"/>
                        </a:lnSpc>
                        <a:spcBef>
                          <a:spcPts val="0"/>
                        </a:spcBef>
                        <a:spcAft>
                          <a:spcPts val="0"/>
                        </a:spcAft>
                      </a:pP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2000"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0.2111</a:t>
                      </a:r>
                    </a:p>
                    <a:p>
                      <a:pPr marL="0" marR="0" algn="r">
                        <a:lnSpc>
                          <a:spcPct val="107000"/>
                        </a:lnSpc>
                        <a:spcBef>
                          <a:spcPts val="0"/>
                        </a:spcBef>
                        <a:spcAft>
                          <a:spcPts val="0"/>
                        </a:spcAft>
                      </a:pP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2000"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0.0173</a:t>
                      </a:r>
                    </a:p>
                    <a:p>
                      <a:pPr marL="0" marR="0" algn="r">
                        <a:lnSpc>
                          <a:spcPct val="107000"/>
                        </a:lnSpc>
                        <a:spcBef>
                          <a:spcPts val="0"/>
                        </a:spcBef>
                        <a:spcAft>
                          <a:spcPts val="0"/>
                        </a:spcAft>
                      </a:pP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2000"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0.1413</a:t>
                      </a:r>
                    </a:p>
                    <a:p>
                      <a:pPr marL="0" marR="0" algn="r">
                        <a:lnSpc>
                          <a:spcPct val="107000"/>
                        </a:lnSpc>
                        <a:spcBef>
                          <a:spcPts val="0"/>
                        </a:spcBef>
                        <a:spcAft>
                          <a:spcPts val="0"/>
                        </a:spcAft>
                      </a:pP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2000"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a:t>
                      </a:r>
                    </a:p>
                    <a:p>
                      <a:pPr marL="0" marR="0" algn="r">
                        <a:lnSpc>
                          <a:spcPct val="107000"/>
                        </a:lnSpc>
                        <a:spcBef>
                          <a:spcPts val="0"/>
                        </a:spcBef>
                        <a:spcAft>
                          <a:spcPts val="0"/>
                        </a:spcAft>
                      </a:pPr>
                      <a:r>
                        <a:rPr lang="en-US" sz="2000"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r>
            </a:tbl>
          </a:graphicData>
        </a:graphic>
      </p:graphicFrame>
      <p:sp>
        <p:nvSpPr>
          <p:cNvPr id="108" name="TextBox 107"/>
          <p:cNvSpPr txBox="1"/>
          <p:nvPr/>
        </p:nvSpPr>
        <p:spPr>
          <a:xfrm>
            <a:off x="28165671" y="12619379"/>
            <a:ext cx="4804763" cy="738664"/>
          </a:xfrm>
          <a:prstGeom prst="rect">
            <a:avLst/>
          </a:prstGeom>
          <a:solidFill>
            <a:schemeClr val="bg1"/>
          </a:solidFill>
        </p:spPr>
        <p:txBody>
          <a:bodyPr wrap="square" rtlCol="0">
            <a:spAutoFit/>
          </a:bodyPr>
          <a:lstStyle/>
          <a:p>
            <a:r>
              <a:rPr lang="en-US" sz="4200" b="1" dirty="0" smtClean="0">
                <a:latin typeface="+mj-lt"/>
              </a:rPr>
              <a:t>Multi Collinearity?</a:t>
            </a:r>
            <a:endParaRPr lang="en-US" sz="4200" b="1" dirty="0"/>
          </a:p>
        </p:txBody>
      </p:sp>
      <p:sp>
        <p:nvSpPr>
          <p:cNvPr id="109" name="TextBox 108"/>
          <p:cNvSpPr txBox="1"/>
          <p:nvPr/>
        </p:nvSpPr>
        <p:spPr>
          <a:xfrm>
            <a:off x="36701548" y="14842790"/>
            <a:ext cx="5725668" cy="1384995"/>
          </a:xfrm>
          <a:prstGeom prst="rect">
            <a:avLst/>
          </a:prstGeom>
          <a:solidFill>
            <a:schemeClr val="bg1"/>
          </a:solidFill>
        </p:spPr>
        <p:txBody>
          <a:bodyPr wrap="square" rtlCol="0">
            <a:spAutoFit/>
          </a:bodyPr>
          <a:lstStyle/>
          <a:p>
            <a:r>
              <a:rPr lang="en-US" sz="4200" b="1" dirty="0" smtClean="0">
                <a:latin typeface="+mj-lt"/>
              </a:rPr>
              <a:t>Spatial Lag or Spatial Error Model?</a:t>
            </a:r>
            <a:endParaRPr lang="en-US" sz="4200" b="1" dirty="0"/>
          </a:p>
        </p:txBody>
      </p:sp>
      <p:pic>
        <p:nvPicPr>
          <p:cNvPr id="110" name="Picture 109"/>
          <p:cNvPicPr/>
          <p:nvPr/>
        </p:nvPicPr>
        <p:blipFill>
          <a:blip r:embed="rId31"/>
          <a:stretch>
            <a:fillRect/>
          </a:stretch>
        </p:blipFill>
        <p:spPr>
          <a:xfrm>
            <a:off x="28165671" y="25755856"/>
            <a:ext cx="14812188" cy="745666"/>
          </a:xfrm>
          <a:prstGeom prst="rect">
            <a:avLst/>
          </a:prstGeom>
        </p:spPr>
      </p:pic>
      <p:pic>
        <p:nvPicPr>
          <p:cNvPr id="111" name="Picture 110"/>
          <p:cNvPicPr>
            <a:picLocks noChangeAspect="1"/>
          </p:cNvPicPr>
          <p:nvPr/>
        </p:nvPicPr>
        <p:blipFill rotWithShape="1">
          <a:blip r:embed="rId32" cstate="print">
            <a:extLst>
              <a:ext uri="{28A0092B-C50C-407E-A947-70E740481C1C}">
                <a14:useLocalDpi xmlns:a14="http://schemas.microsoft.com/office/drawing/2010/main" val="0"/>
              </a:ext>
            </a:extLst>
          </a:blip>
          <a:srcRect l="13310" t="2329" r="561" b="20074"/>
          <a:stretch/>
        </p:blipFill>
        <p:spPr>
          <a:xfrm>
            <a:off x="24272720" y="26749969"/>
            <a:ext cx="2334826" cy="1579613"/>
          </a:xfrm>
          <a:prstGeom prst="rect">
            <a:avLst/>
          </a:prstGeom>
        </p:spPr>
      </p:pic>
      <p:pic>
        <p:nvPicPr>
          <p:cNvPr id="112" name="Picture 111"/>
          <p:cNvPicPr>
            <a:picLocks noChangeAspect="1"/>
          </p:cNvPicPr>
          <p:nvPr/>
        </p:nvPicPr>
        <p:blipFill rotWithShape="1">
          <a:blip r:embed="rId33"/>
          <a:srcRect r="32926"/>
          <a:stretch/>
        </p:blipFill>
        <p:spPr>
          <a:xfrm>
            <a:off x="24856314" y="28684912"/>
            <a:ext cx="1751232" cy="2517481"/>
          </a:xfrm>
          <a:prstGeom prst="rect">
            <a:avLst/>
          </a:prstGeom>
        </p:spPr>
      </p:pic>
    </p:spTree>
    <p:extLst>
      <p:ext uri="{BB962C8B-B14F-4D97-AF65-F5344CB8AC3E}">
        <p14:creationId xmlns:p14="http://schemas.microsoft.com/office/powerpoint/2010/main" val="3514409007"/>
      </p:ext>
    </p:extLst>
  </p:cSld>
  <p:clrMapOvr>
    <a:masterClrMapping/>
  </p:clrMapOvr>
  <p:timing>
    <p:tnLst>
      <p:par>
        <p:cTn id="1" dur="indefinite" restart="never" nodeType="tmRoot"/>
      </p:par>
    </p:tnLst>
  </p:timing>
</p:sld>
</file>

<file path=ppt/theme/theme1.xml><?xml version="1.0" encoding="utf-8"?>
<a:theme xmlns:a="http://schemas.openxmlformats.org/drawingml/2006/main" name="Medical Poster">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4C5A6A"/>
      </a:hlink>
      <a:folHlink>
        <a:srgbClr val="808DA0"/>
      </a:folHlink>
    </a:clrScheme>
    <a:fontScheme name="Cambria-Calibri">
      <a:majorFont>
        <a:latin typeface="Cambria" panose="02040503050406030204"/>
        <a:ea typeface=""/>
        <a:cs typeface=""/>
        <a:font script="Jpan" typeface="ＭＳ Ｐゴシック"/>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4"/>
        </a:solidFill>
        <a:ln>
          <a:noFill/>
        </a:ln>
      </a:spPr>
      <a:bodyPr rtlCol="0" anchor="ctr"/>
      <a:lstStyle>
        <a:defPPr algn="ctr">
          <a:defRPr sz="6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accent4"/>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6000" dirty="0" err="1" smtClean="0"/>
        </a:defPPr>
      </a:lstStyle>
    </a:txDef>
  </a:objectDefaults>
  <a:extraClrSchemeLst/>
  <a:extLst>
    <a:ext uri="{05A4C25C-085E-4340-85A3-A5531E510DB2}">
      <thm15:themeFamily xmlns:thm15="http://schemas.microsoft.com/office/thememl/2012/main" name="Presentation1" id="{55A68E73-61CB-4542-8C48-DCBB2482A3D5}" vid="{6A3CA63D-1E3C-4681-8668-89277FEB3FEB}"/>
    </a:ext>
  </a:extLst>
</a:theme>
</file>

<file path=ppt/theme/theme2.xml><?xml version="1.0" encoding="utf-8"?>
<a:theme xmlns:a="http://schemas.openxmlformats.org/drawingml/2006/main" name="Office Theme">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4C5A6A"/>
      </a:hlink>
      <a:folHlink>
        <a:srgbClr val="808DA0"/>
      </a:folHlink>
    </a:clrScheme>
    <a:fontScheme name="Cambria-Calibri">
      <a:majorFont>
        <a:latin typeface="Cambria" panose="02040503050406030204"/>
        <a:ea typeface=""/>
        <a:cs typeface=""/>
        <a:font script="Jpan" typeface="ＭＳ Ｐゴシック"/>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4C5A6A"/>
      </a:hlink>
      <a:folHlink>
        <a:srgbClr val="808DA0"/>
      </a:folHlink>
    </a:clrScheme>
    <a:fontScheme name="Cambria-Calibri">
      <a:majorFont>
        <a:latin typeface="Cambria" panose="02040503050406030204"/>
        <a:ea typeface=""/>
        <a:cs typeface=""/>
        <a:font script="Jpan" typeface="ＭＳ Ｐゴシック"/>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A1110015-E380-4C53-980C-698226C61CA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Poster (blue and brown design)</Template>
  <TotalTime>0</TotalTime>
  <Words>517</Words>
  <Application>Microsoft Office PowerPoint</Application>
  <PresentationFormat>Custom</PresentationFormat>
  <Paragraphs>76</Paragraphs>
  <Slides>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vt:i4>
      </vt:variant>
    </vt:vector>
  </HeadingPairs>
  <TitlesOfParts>
    <vt:vector size="9" baseType="lpstr">
      <vt:lpstr>Arial</vt:lpstr>
      <vt:lpstr>Calibri</vt:lpstr>
      <vt:lpstr>Calibri Light</vt:lpstr>
      <vt:lpstr>Cambria</vt:lpstr>
      <vt:lpstr>Cambria Math</vt:lpstr>
      <vt:lpstr>Times New Roman</vt:lpstr>
      <vt:lpstr>Wingdings</vt:lpstr>
      <vt:lpstr>Medical Poster</vt:lpstr>
      <vt:lpstr>The Roles of Landuse and Centrality in Urban Land Productivity: An Empirical Study in Lafayette, Louisiana</vt:lpstr>
    </vt:vector>
  </TitlesOfParts>
  <Manager/>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cp:lastModifiedBy/>
  <cp:revision>1</cp:revision>
  <dcterms:created xsi:type="dcterms:W3CDTF">2016-03-19T20:19:37Z</dcterms:created>
  <dcterms:modified xsi:type="dcterms:W3CDTF">2016-04-27T15:18:42Z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TC040015519991</vt:lpwstr>
  </property>
</Properties>
</file>